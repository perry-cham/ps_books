
<file path=[Content_Types].xml><?xml version="1.0" encoding="utf-8"?>
<Types xmlns="http://schemas.openxmlformats.org/package/2006/content-types">
  <Default Extension="jpeg" ContentType="image/jpeg"/>
  <Default Extension="webp" ContentType="image/pn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theme/theme6.xml" ContentType="application/vnd.openxmlformats-officedocument.theme+xml"/>
  <Override PartName="/ppt/slideLayouts/slideLayout8.xml" ContentType="application/vnd.openxmlformats-officedocument.presentationml.slideLayout+xml"/>
  <Override PartName="/ppt/theme/theme7.xml" ContentType="application/vnd.openxmlformats-officedocument.theme+xml"/>
  <Override PartName="/ppt/slideLayouts/slideLayout9.xml" ContentType="application/vnd.openxmlformats-officedocument.presentationml.slideLayout+xml"/>
  <Override PartName="/ppt/theme/theme8.xml" ContentType="application/vnd.openxmlformats-officedocument.theme+xml"/>
  <Override PartName="/ppt/slideLayouts/slideLayout10.xml" ContentType="application/vnd.openxmlformats-officedocument.presentationml.slideLayout+xml"/>
  <Override PartName="/ppt/theme/theme9.xml" ContentType="application/vnd.openxmlformats-officedocument.theme+xml"/>
  <Override PartName="/ppt/slideLayouts/slideLayout11.xml" ContentType="application/vnd.openxmlformats-officedocument.presentationml.slideLayout+xml"/>
  <Override PartName="/ppt/theme/theme10.xml" ContentType="application/vnd.openxmlformats-officedocument.theme+xml"/>
  <Override PartName="/ppt/slideLayouts/slideLayout12.xml" ContentType="application/vnd.openxmlformats-officedocument.presentationml.slideLayout+xml"/>
  <Override PartName="/ppt/theme/theme11.xml" ContentType="application/vnd.openxmlformats-officedocument.theme+xml"/>
  <Override PartName="/ppt/slideLayouts/slideLayout13.xml" ContentType="application/vnd.openxmlformats-officedocument.presentationml.slideLayout+xml"/>
  <Override PartName="/ppt/theme/theme12.xml" ContentType="application/vnd.openxmlformats-officedocument.theme+xml"/>
  <Override PartName="/ppt/slideLayouts/slideLayout14.xml" ContentType="application/vnd.openxmlformats-officedocument.presentationml.slideLayout+xml"/>
  <Override PartName="/ppt/theme/theme13.xml" ContentType="application/vnd.openxmlformats-officedocument.theme+xml"/>
  <Override PartName="/ppt/slideLayouts/slideLayout15.xml" ContentType="application/vnd.openxmlformats-officedocument.presentationml.slideLayout+xml"/>
  <Override PartName="/ppt/theme/theme14.xml" ContentType="application/vnd.openxmlformats-officedocument.theme+xml"/>
  <Override PartName="/ppt/slideLayouts/slideLayout16.xml" ContentType="application/vnd.openxmlformats-officedocument.presentationml.slideLayout+xml"/>
  <Override PartName="/ppt/theme/theme15.xml" ContentType="application/vnd.openxmlformats-officedocument.theme+xml"/>
  <Override PartName="/ppt/slideLayouts/slideLayout17.xml" ContentType="application/vnd.openxmlformats-officedocument.presentationml.slideLayout+xml"/>
  <Override PartName="/ppt/theme/theme16.xml" ContentType="application/vnd.openxmlformats-officedocument.theme+xml"/>
  <Override PartName="/ppt/slideLayouts/slideLayout18.xml" ContentType="application/vnd.openxmlformats-officedocument.presentationml.slideLayout+xml"/>
  <Override PartName="/ppt/theme/theme17.xml" ContentType="application/vnd.openxmlformats-officedocument.theme+xml"/>
  <Override PartName="/ppt/slideLayouts/slideLayout19.xml" ContentType="application/vnd.openxmlformats-officedocument.presentationml.slideLayout+xml"/>
  <Override PartName="/ppt/theme/theme18.xml" ContentType="application/vnd.openxmlformats-officedocument.theme+xml"/>
  <Override PartName="/ppt/slideLayouts/slideLayout20.xml" ContentType="application/vnd.openxmlformats-officedocument.presentationml.slideLayout+xml"/>
  <Override PartName="/ppt/theme/theme19.xml" ContentType="application/vnd.openxmlformats-officedocument.theme+xml"/>
  <Override PartName="/ppt/slideLayouts/slideLayout21.xml" ContentType="application/vnd.openxmlformats-officedocument.presentationml.slideLayout+xml"/>
  <Override PartName="/ppt/theme/theme20.xml" ContentType="application/vnd.openxmlformats-officedocument.theme+xml"/>
  <Override PartName="/ppt/slideLayouts/slideLayout22.xml" ContentType="application/vnd.openxmlformats-officedocument.presentationml.slideLayout+xml"/>
  <Override PartName="/ppt/theme/theme21.xml" ContentType="application/vnd.openxmlformats-officedocument.theme+xml"/>
  <Override PartName="/ppt/theme/theme2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3" r:id="rId2"/>
    <p:sldMasterId id="2147483654" r:id="rId3"/>
    <p:sldMasterId id="2147483655" r:id="rId4"/>
    <p:sldMasterId id="2147483657" r:id="rId5"/>
    <p:sldMasterId id="2147483659" r:id="rId6"/>
    <p:sldMasterId id="2147483661" r:id="rId7"/>
    <p:sldMasterId id="2147483663" r:id="rId8"/>
    <p:sldMasterId id="2147483665" r:id="rId9"/>
    <p:sldMasterId id="2147483667" r:id="rId10"/>
    <p:sldMasterId id="2147483669" r:id="rId11"/>
    <p:sldMasterId id="2147483671" r:id="rId12"/>
    <p:sldMasterId id="2147483673" r:id="rId13"/>
    <p:sldMasterId id="2147483675" r:id="rId14"/>
    <p:sldMasterId id="2147483677" r:id="rId15"/>
    <p:sldMasterId id="2147483679" r:id="rId16"/>
    <p:sldMasterId id="2147483681" r:id="rId17"/>
    <p:sldMasterId id="2147483683" r:id="rId18"/>
    <p:sldMasterId id="2147483685" r:id="rId19"/>
    <p:sldMasterId id="2147483687" r:id="rId20"/>
    <p:sldMasterId id="2147483689" r:id="rId21"/>
  </p:sldMasterIdLst>
  <p:notesMasterIdLst>
    <p:notesMasterId r:id="rId111"/>
  </p:notesMasterIdLst>
  <p:sldIdLst>
    <p:sldId id="256" r:id="rId22"/>
    <p:sldId id="267" r:id="rId23"/>
    <p:sldId id="268" r:id="rId24"/>
    <p:sldId id="290" r:id="rId25"/>
    <p:sldId id="351" r:id="rId26"/>
    <p:sldId id="269" r:id="rId27"/>
    <p:sldId id="270" r:id="rId28"/>
    <p:sldId id="271" r:id="rId29"/>
    <p:sldId id="272" r:id="rId30"/>
    <p:sldId id="273" r:id="rId31"/>
    <p:sldId id="276" r:id="rId32"/>
    <p:sldId id="277" r:id="rId33"/>
    <p:sldId id="278" r:id="rId34"/>
    <p:sldId id="274" r:id="rId35"/>
    <p:sldId id="279" r:id="rId36"/>
    <p:sldId id="294" r:id="rId37"/>
    <p:sldId id="352" r:id="rId38"/>
    <p:sldId id="353" r:id="rId39"/>
    <p:sldId id="295" r:id="rId40"/>
    <p:sldId id="297" r:id="rId41"/>
    <p:sldId id="298" r:id="rId42"/>
    <p:sldId id="299" r:id="rId43"/>
    <p:sldId id="301" r:id="rId44"/>
    <p:sldId id="302" r:id="rId45"/>
    <p:sldId id="303" r:id="rId46"/>
    <p:sldId id="304" r:id="rId47"/>
    <p:sldId id="305" r:id="rId48"/>
    <p:sldId id="354" r:id="rId49"/>
    <p:sldId id="355" r:id="rId50"/>
    <p:sldId id="306" r:id="rId51"/>
    <p:sldId id="300" r:id="rId52"/>
    <p:sldId id="307" r:id="rId53"/>
    <p:sldId id="308" r:id="rId54"/>
    <p:sldId id="309" r:id="rId55"/>
    <p:sldId id="310" r:id="rId56"/>
    <p:sldId id="311" r:id="rId57"/>
    <p:sldId id="312" r:id="rId58"/>
    <p:sldId id="313" r:id="rId59"/>
    <p:sldId id="356" r:id="rId60"/>
    <p:sldId id="314" r:id="rId61"/>
    <p:sldId id="357" r:id="rId62"/>
    <p:sldId id="315" r:id="rId63"/>
    <p:sldId id="316" r:id="rId64"/>
    <p:sldId id="317" r:id="rId65"/>
    <p:sldId id="358" r:id="rId66"/>
    <p:sldId id="318" r:id="rId67"/>
    <p:sldId id="321" r:id="rId68"/>
    <p:sldId id="359" r:id="rId69"/>
    <p:sldId id="322" r:id="rId70"/>
    <p:sldId id="323" r:id="rId71"/>
    <p:sldId id="360" r:id="rId72"/>
    <p:sldId id="324" r:id="rId73"/>
    <p:sldId id="296" r:id="rId74"/>
    <p:sldId id="325" r:id="rId75"/>
    <p:sldId id="326" r:id="rId76"/>
    <p:sldId id="328" r:id="rId77"/>
    <p:sldId id="361" r:id="rId78"/>
    <p:sldId id="329" r:id="rId79"/>
    <p:sldId id="330" r:id="rId80"/>
    <p:sldId id="331" r:id="rId81"/>
    <p:sldId id="332" r:id="rId82"/>
    <p:sldId id="362" r:id="rId83"/>
    <p:sldId id="363" r:id="rId84"/>
    <p:sldId id="333" r:id="rId85"/>
    <p:sldId id="327" r:id="rId86"/>
    <p:sldId id="364" r:id="rId87"/>
    <p:sldId id="368" r:id="rId88"/>
    <p:sldId id="365" r:id="rId89"/>
    <p:sldId id="366" r:id="rId90"/>
    <p:sldId id="334" r:id="rId91"/>
    <p:sldId id="335" r:id="rId92"/>
    <p:sldId id="336" r:id="rId93"/>
    <p:sldId id="367" r:id="rId94"/>
    <p:sldId id="337" r:id="rId95"/>
    <p:sldId id="338" r:id="rId96"/>
    <p:sldId id="340" r:id="rId97"/>
    <p:sldId id="341" r:id="rId98"/>
    <p:sldId id="342" r:id="rId99"/>
    <p:sldId id="346" r:id="rId100"/>
    <p:sldId id="369" r:id="rId101"/>
    <p:sldId id="347" r:id="rId102"/>
    <p:sldId id="348" r:id="rId103"/>
    <p:sldId id="349" r:id="rId104"/>
    <p:sldId id="372" r:id="rId105"/>
    <p:sldId id="350" r:id="rId106"/>
    <p:sldId id="339" r:id="rId107"/>
    <p:sldId id="370" r:id="rId108"/>
    <p:sldId id="371" r:id="rId109"/>
    <p:sldId id="259" r:id="rId1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4" roundtripDataSignature="AMtx7mhNG1B+eYpGa5OgDA18TctsppfC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1" autoAdjust="0"/>
    <p:restoredTop sz="94660"/>
  </p:normalViewPr>
  <p:slideViewPr>
    <p:cSldViewPr snapToGrid="0">
      <p:cViewPr varScale="1">
        <p:scale>
          <a:sx n="69" d="100"/>
          <a:sy n="69" d="100"/>
        </p:scale>
        <p:origin x="488"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5.xml"/><Relationship Id="rId117" Type="http://schemas.openxmlformats.org/officeDocument/2006/relationships/theme" Target="theme/theme1.xml"/><Relationship Id="rId21" Type="http://schemas.openxmlformats.org/officeDocument/2006/relationships/slideMaster" Target="slideMasters/slideMaster21.xml"/><Relationship Id="rId42" Type="http://schemas.openxmlformats.org/officeDocument/2006/relationships/slide" Target="slides/slide21.xml"/><Relationship Id="rId47" Type="http://schemas.openxmlformats.org/officeDocument/2006/relationships/slide" Target="slides/slide26.xml"/><Relationship Id="rId63" Type="http://schemas.openxmlformats.org/officeDocument/2006/relationships/slide" Target="slides/slide42.xml"/><Relationship Id="rId68" Type="http://schemas.openxmlformats.org/officeDocument/2006/relationships/slide" Target="slides/slide47.xml"/><Relationship Id="rId84" Type="http://schemas.openxmlformats.org/officeDocument/2006/relationships/slide" Target="slides/slide63.xml"/><Relationship Id="rId89" Type="http://schemas.openxmlformats.org/officeDocument/2006/relationships/slide" Target="slides/slide68.xml"/><Relationship Id="rId16" Type="http://schemas.openxmlformats.org/officeDocument/2006/relationships/slideMaster" Target="slideMasters/slideMaster16.xml"/><Relationship Id="rId107" Type="http://schemas.openxmlformats.org/officeDocument/2006/relationships/slide" Target="slides/slide86.xml"/><Relationship Id="rId11" Type="http://schemas.openxmlformats.org/officeDocument/2006/relationships/slideMaster" Target="slideMasters/slideMaster11.xml"/><Relationship Id="rId32" Type="http://schemas.openxmlformats.org/officeDocument/2006/relationships/slide" Target="slides/slide11.xml"/><Relationship Id="rId37" Type="http://schemas.openxmlformats.org/officeDocument/2006/relationships/slide" Target="slides/slide16.xml"/><Relationship Id="rId53" Type="http://schemas.openxmlformats.org/officeDocument/2006/relationships/slide" Target="slides/slide32.xml"/><Relationship Id="rId58" Type="http://schemas.openxmlformats.org/officeDocument/2006/relationships/slide" Target="slides/slide37.xml"/><Relationship Id="rId74" Type="http://schemas.openxmlformats.org/officeDocument/2006/relationships/slide" Target="slides/slide53.xml"/><Relationship Id="rId79" Type="http://schemas.openxmlformats.org/officeDocument/2006/relationships/slide" Target="slides/slide58.xml"/><Relationship Id="rId102" Type="http://schemas.openxmlformats.org/officeDocument/2006/relationships/slide" Target="slides/slide81.xml"/><Relationship Id="rId5" Type="http://schemas.openxmlformats.org/officeDocument/2006/relationships/slideMaster" Target="slideMasters/slideMaster5.xml"/><Relationship Id="rId90" Type="http://schemas.openxmlformats.org/officeDocument/2006/relationships/slide" Target="slides/slide69.xml"/><Relationship Id="rId95" Type="http://schemas.openxmlformats.org/officeDocument/2006/relationships/slide" Target="slides/slide74.xml"/><Relationship Id="rId22" Type="http://schemas.openxmlformats.org/officeDocument/2006/relationships/slide" Target="slides/slide1.xml"/><Relationship Id="rId27" Type="http://schemas.openxmlformats.org/officeDocument/2006/relationships/slide" Target="slides/slide6.xml"/><Relationship Id="rId43" Type="http://schemas.openxmlformats.org/officeDocument/2006/relationships/slide" Target="slides/slide22.xml"/><Relationship Id="rId48" Type="http://schemas.openxmlformats.org/officeDocument/2006/relationships/slide" Target="slides/slide27.xml"/><Relationship Id="rId64" Type="http://schemas.openxmlformats.org/officeDocument/2006/relationships/slide" Target="slides/slide43.xml"/><Relationship Id="rId69" Type="http://schemas.openxmlformats.org/officeDocument/2006/relationships/slide" Target="slides/slide48.xml"/><Relationship Id="rId118" Type="http://schemas.openxmlformats.org/officeDocument/2006/relationships/tableStyles" Target="tableStyles.xml"/><Relationship Id="rId80" Type="http://schemas.openxmlformats.org/officeDocument/2006/relationships/slide" Target="slides/slide59.xml"/><Relationship Id="rId85" Type="http://schemas.openxmlformats.org/officeDocument/2006/relationships/slide" Target="slides/slide64.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33" Type="http://schemas.openxmlformats.org/officeDocument/2006/relationships/slide" Target="slides/slide12.xml"/><Relationship Id="rId38" Type="http://schemas.openxmlformats.org/officeDocument/2006/relationships/slide" Target="slides/slide17.xml"/><Relationship Id="rId59" Type="http://schemas.openxmlformats.org/officeDocument/2006/relationships/slide" Target="slides/slide38.xml"/><Relationship Id="rId103" Type="http://schemas.openxmlformats.org/officeDocument/2006/relationships/slide" Target="slides/slide82.xml"/><Relationship Id="rId108" Type="http://schemas.openxmlformats.org/officeDocument/2006/relationships/slide" Target="slides/slide87.xml"/><Relationship Id="rId54" Type="http://schemas.openxmlformats.org/officeDocument/2006/relationships/slide" Target="slides/slide33.xml"/><Relationship Id="rId70" Type="http://schemas.openxmlformats.org/officeDocument/2006/relationships/slide" Target="slides/slide49.xml"/><Relationship Id="rId75" Type="http://schemas.openxmlformats.org/officeDocument/2006/relationships/slide" Target="slides/slide54.xml"/><Relationship Id="rId91" Type="http://schemas.openxmlformats.org/officeDocument/2006/relationships/slide" Target="slides/slide70.xml"/><Relationship Id="rId96" Type="http://schemas.openxmlformats.org/officeDocument/2006/relationships/slide" Target="slides/slide75.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2.xml"/><Relationship Id="rId28" Type="http://schemas.openxmlformats.org/officeDocument/2006/relationships/slide" Target="slides/slide7.xml"/><Relationship Id="rId36" Type="http://schemas.openxmlformats.org/officeDocument/2006/relationships/slide" Target="slides/slide15.xml"/><Relationship Id="rId49" Type="http://schemas.openxmlformats.org/officeDocument/2006/relationships/slide" Target="slides/slide28.xml"/><Relationship Id="rId57" Type="http://schemas.openxmlformats.org/officeDocument/2006/relationships/slide" Target="slides/slide36.xml"/><Relationship Id="rId106" Type="http://schemas.openxmlformats.org/officeDocument/2006/relationships/slide" Target="slides/slide85.xml"/><Relationship Id="rId114" Type="http://customschemas.google.com/relationships/presentationmetadata" Target="metadata"/><Relationship Id="rId10" Type="http://schemas.openxmlformats.org/officeDocument/2006/relationships/slideMaster" Target="slideMasters/slideMaster10.xml"/><Relationship Id="rId31" Type="http://schemas.openxmlformats.org/officeDocument/2006/relationships/slide" Target="slides/slide10.xml"/><Relationship Id="rId44" Type="http://schemas.openxmlformats.org/officeDocument/2006/relationships/slide" Target="slides/slide23.xml"/><Relationship Id="rId52" Type="http://schemas.openxmlformats.org/officeDocument/2006/relationships/slide" Target="slides/slide31.xml"/><Relationship Id="rId60" Type="http://schemas.openxmlformats.org/officeDocument/2006/relationships/slide" Target="slides/slide39.xml"/><Relationship Id="rId65" Type="http://schemas.openxmlformats.org/officeDocument/2006/relationships/slide" Target="slides/slide44.xml"/><Relationship Id="rId73" Type="http://schemas.openxmlformats.org/officeDocument/2006/relationships/slide" Target="slides/slide52.xml"/><Relationship Id="rId78" Type="http://schemas.openxmlformats.org/officeDocument/2006/relationships/slide" Target="slides/slide57.xml"/><Relationship Id="rId81" Type="http://schemas.openxmlformats.org/officeDocument/2006/relationships/slide" Target="slides/slide60.xml"/><Relationship Id="rId86" Type="http://schemas.openxmlformats.org/officeDocument/2006/relationships/slide" Target="slides/slide65.xml"/><Relationship Id="rId94" Type="http://schemas.openxmlformats.org/officeDocument/2006/relationships/slide" Target="slides/slide73.xml"/><Relationship Id="rId99" Type="http://schemas.openxmlformats.org/officeDocument/2006/relationships/slide" Target="slides/slide78.xml"/><Relationship Id="rId101" Type="http://schemas.openxmlformats.org/officeDocument/2006/relationships/slide" Target="slides/slide80.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18.xml"/><Relationship Id="rId109" Type="http://schemas.openxmlformats.org/officeDocument/2006/relationships/slide" Target="slides/slide88.xml"/><Relationship Id="rId34" Type="http://schemas.openxmlformats.org/officeDocument/2006/relationships/slide" Target="slides/slide13.xml"/><Relationship Id="rId50" Type="http://schemas.openxmlformats.org/officeDocument/2006/relationships/slide" Target="slides/slide29.xml"/><Relationship Id="rId55" Type="http://schemas.openxmlformats.org/officeDocument/2006/relationships/slide" Target="slides/slide34.xml"/><Relationship Id="rId76" Type="http://schemas.openxmlformats.org/officeDocument/2006/relationships/slide" Target="slides/slide55.xml"/><Relationship Id="rId97" Type="http://schemas.openxmlformats.org/officeDocument/2006/relationships/slide" Target="slides/slide76.xml"/><Relationship Id="rId104" Type="http://schemas.openxmlformats.org/officeDocument/2006/relationships/slide" Target="slides/slide83.xml"/><Relationship Id="rId7" Type="http://schemas.openxmlformats.org/officeDocument/2006/relationships/slideMaster" Target="slideMasters/slideMaster7.xml"/><Relationship Id="rId71" Type="http://schemas.openxmlformats.org/officeDocument/2006/relationships/slide" Target="slides/slide50.xml"/><Relationship Id="rId92" Type="http://schemas.openxmlformats.org/officeDocument/2006/relationships/slide" Target="slides/slide71.xml"/><Relationship Id="rId2" Type="http://schemas.openxmlformats.org/officeDocument/2006/relationships/slideMaster" Target="slideMasters/slideMaster2.xml"/><Relationship Id="rId29" Type="http://schemas.openxmlformats.org/officeDocument/2006/relationships/slide" Target="slides/slide8.xml"/><Relationship Id="rId24" Type="http://schemas.openxmlformats.org/officeDocument/2006/relationships/slide" Target="slides/slide3.xml"/><Relationship Id="rId40" Type="http://schemas.openxmlformats.org/officeDocument/2006/relationships/slide" Target="slides/slide19.xml"/><Relationship Id="rId45" Type="http://schemas.openxmlformats.org/officeDocument/2006/relationships/slide" Target="slides/slide24.xml"/><Relationship Id="rId66" Type="http://schemas.openxmlformats.org/officeDocument/2006/relationships/slide" Target="slides/slide45.xml"/><Relationship Id="rId87" Type="http://schemas.openxmlformats.org/officeDocument/2006/relationships/slide" Target="slides/slide66.xml"/><Relationship Id="rId110" Type="http://schemas.openxmlformats.org/officeDocument/2006/relationships/slide" Target="slides/slide89.xml"/><Relationship Id="rId115" Type="http://schemas.openxmlformats.org/officeDocument/2006/relationships/presProps" Target="presProps.xml"/><Relationship Id="rId61" Type="http://schemas.openxmlformats.org/officeDocument/2006/relationships/slide" Target="slides/slide40.xml"/><Relationship Id="rId82" Type="http://schemas.openxmlformats.org/officeDocument/2006/relationships/slide" Target="slides/slide61.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 Target="slides/slide9.xml"/><Relationship Id="rId35" Type="http://schemas.openxmlformats.org/officeDocument/2006/relationships/slide" Target="slides/slide14.xml"/><Relationship Id="rId56" Type="http://schemas.openxmlformats.org/officeDocument/2006/relationships/slide" Target="slides/slide35.xml"/><Relationship Id="rId77" Type="http://schemas.openxmlformats.org/officeDocument/2006/relationships/slide" Target="slides/slide56.xml"/><Relationship Id="rId100" Type="http://schemas.openxmlformats.org/officeDocument/2006/relationships/slide" Target="slides/slide79.xml"/><Relationship Id="rId105" Type="http://schemas.openxmlformats.org/officeDocument/2006/relationships/slide" Target="slides/slide84.xml"/><Relationship Id="rId8" Type="http://schemas.openxmlformats.org/officeDocument/2006/relationships/slideMaster" Target="slideMasters/slideMaster8.xml"/><Relationship Id="rId51" Type="http://schemas.openxmlformats.org/officeDocument/2006/relationships/slide" Target="slides/slide30.xml"/><Relationship Id="rId72" Type="http://schemas.openxmlformats.org/officeDocument/2006/relationships/slide" Target="slides/slide51.xml"/><Relationship Id="rId93" Type="http://schemas.openxmlformats.org/officeDocument/2006/relationships/slide" Target="slides/slide72.xml"/><Relationship Id="rId98" Type="http://schemas.openxmlformats.org/officeDocument/2006/relationships/slide" Target="slides/slide77.xml"/><Relationship Id="rId3" Type="http://schemas.openxmlformats.org/officeDocument/2006/relationships/slideMaster" Target="slideMasters/slideMaster3.xml"/><Relationship Id="rId25" Type="http://schemas.openxmlformats.org/officeDocument/2006/relationships/slide" Target="slides/slide4.xml"/><Relationship Id="rId46" Type="http://schemas.openxmlformats.org/officeDocument/2006/relationships/slide" Target="slides/slide25.xml"/><Relationship Id="rId67" Type="http://schemas.openxmlformats.org/officeDocument/2006/relationships/slide" Target="slides/slide46.xml"/><Relationship Id="rId116" Type="http://schemas.openxmlformats.org/officeDocument/2006/relationships/viewProps" Target="viewProps.xml"/><Relationship Id="rId20" Type="http://schemas.openxmlformats.org/officeDocument/2006/relationships/slideMaster" Target="slideMasters/slideMaster20.xml"/><Relationship Id="rId41" Type="http://schemas.openxmlformats.org/officeDocument/2006/relationships/slide" Target="slides/slide20.xml"/><Relationship Id="rId62" Type="http://schemas.openxmlformats.org/officeDocument/2006/relationships/slide" Target="slides/slide41.xml"/><Relationship Id="rId83" Type="http://schemas.openxmlformats.org/officeDocument/2006/relationships/slide" Target="slides/slide62.xml"/><Relationship Id="rId88" Type="http://schemas.openxmlformats.org/officeDocument/2006/relationships/slide" Target="slides/slide67.xml"/><Relationship Id="rId11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sz="12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5" name="Google Shape;3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6"/>
          <p:cNvSpPr txBox="1">
            <a:spLocks noGrp="1"/>
          </p:cNvSpPr>
          <p:nvPr>
            <p:ph type="ctrTitle"/>
          </p:nvPr>
        </p:nvSpPr>
        <p:spPr>
          <a:xfrm>
            <a:off x="914400" y="2130425"/>
            <a:ext cx="10363200" cy="1470024"/>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1400"/>
              <a:buFont typeface="Calibri"/>
              <a:buNone/>
              <a:defRPr sz="4000" b="0" i="0" u="none" strike="noStrike" cap="none">
                <a:solidFill>
                  <a:schemeClr val="dk1"/>
                </a:solidFill>
                <a:latin typeface="Calibri"/>
                <a:ea typeface="Calibri"/>
                <a:cs typeface="Calibri"/>
                <a:sym typeface="Calibri"/>
              </a:defRPr>
            </a:lvl1pPr>
            <a:lvl2pPr marR="0" lvl="1" algn="ctr">
              <a:lnSpc>
                <a:spcPct val="100000"/>
              </a:lnSpc>
              <a:spcBef>
                <a:spcPts val="0"/>
              </a:spcBef>
              <a:spcAft>
                <a:spcPts val="0"/>
              </a:spcAft>
              <a:buClr>
                <a:schemeClr val="dk1"/>
              </a:buClr>
              <a:buSzPts val="1400"/>
              <a:buFont typeface="Calibri"/>
              <a:buNone/>
              <a:defRPr sz="4000" b="0" i="0" u="none" strike="noStrike" cap="none">
                <a:solidFill>
                  <a:schemeClr val="dk1"/>
                </a:solidFill>
                <a:latin typeface="Calibri"/>
                <a:ea typeface="Calibri"/>
                <a:cs typeface="Calibri"/>
                <a:sym typeface="Calibri"/>
              </a:defRPr>
            </a:lvl2pPr>
            <a:lvl3pPr marR="0" lvl="2" algn="ctr">
              <a:lnSpc>
                <a:spcPct val="100000"/>
              </a:lnSpc>
              <a:spcBef>
                <a:spcPts val="0"/>
              </a:spcBef>
              <a:spcAft>
                <a:spcPts val="0"/>
              </a:spcAft>
              <a:buClr>
                <a:schemeClr val="dk1"/>
              </a:buClr>
              <a:buSzPts val="1400"/>
              <a:buFont typeface="Calibri"/>
              <a:buNone/>
              <a:defRPr sz="4000" b="0" i="0" u="none" strike="noStrike" cap="none">
                <a:solidFill>
                  <a:schemeClr val="dk1"/>
                </a:solidFill>
                <a:latin typeface="Calibri"/>
                <a:ea typeface="Calibri"/>
                <a:cs typeface="Calibri"/>
                <a:sym typeface="Calibri"/>
              </a:defRPr>
            </a:lvl3pPr>
            <a:lvl4pPr marR="0" lvl="3" algn="ctr">
              <a:lnSpc>
                <a:spcPct val="100000"/>
              </a:lnSpc>
              <a:spcBef>
                <a:spcPts val="0"/>
              </a:spcBef>
              <a:spcAft>
                <a:spcPts val="0"/>
              </a:spcAft>
              <a:buClr>
                <a:schemeClr val="dk1"/>
              </a:buClr>
              <a:buSzPts val="1400"/>
              <a:buFont typeface="Calibri"/>
              <a:buNone/>
              <a:defRPr sz="4000" b="0" i="0" u="none" strike="noStrike" cap="none">
                <a:solidFill>
                  <a:schemeClr val="dk1"/>
                </a:solidFill>
                <a:latin typeface="Calibri"/>
                <a:ea typeface="Calibri"/>
                <a:cs typeface="Calibri"/>
                <a:sym typeface="Calibri"/>
              </a:defRPr>
            </a:lvl4pPr>
            <a:lvl5pPr marR="0" lvl="4" algn="ctr">
              <a:lnSpc>
                <a:spcPct val="100000"/>
              </a:lnSpc>
              <a:spcBef>
                <a:spcPts val="0"/>
              </a:spcBef>
              <a:spcAft>
                <a:spcPts val="0"/>
              </a:spcAft>
              <a:buClr>
                <a:schemeClr val="dk1"/>
              </a:buClr>
              <a:buSzPts val="1400"/>
              <a:buFont typeface="Calibri"/>
              <a:buNone/>
              <a:defRPr sz="4000" b="0" i="0" u="none" strike="noStrike" cap="none">
                <a:solidFill>
                  <a:schemeClr val="dk1"/>
                </a:solidFill>
                <a:latin typeface="Calibri"/>
                <a:ea typeface="Calibri"/>
                <a:cs typeface="Calibri"/>
                <a:sym typeface="Calibri"/>
              </a:defRPr>
            </a:lvl5pPr>
            <a:lvl6pPr marR="0" lvl="5" algn="ctr">
              <a:lnSpc>
                <a:spcPct val="100000"/>
              </a:lnSpc>
              <a:spcBef>
                <a:spcPts val="0"/>
              </a:spcBef>
              <a:spcAft>
                <a:spcPts val="0"/>
              </a:spcAft>
              <a:buClr>
                <a:schemeClr val="dk1"/>
              </a:buClr>
              <a:buSzPts val="1400"/>
              <a:buFont typeface="Calibri"/>
              <a:buNone/>
              <a:defRPr sz="4000" b="0" i="0" u="none" strike="noStrike" cap="none">
                <a:solidFill>
                  <a:schemeClr val="dk1"/>
                </a:solidFill>
                <a:latin typeface="Calibri"/>
                <a:ea typeface="Calibri"/>
                <a:cs typeface="Calibri"/>
                <a:sym typeface="Calibri"/>
              </a:defRPr>
            </a:lvl6pPr>
            <a:lvl7pPr marR="0" lvl="6" algn="ctr">
              <a:lnSpc>
                <a:spcPct val="100000"/>
              </a:lnSpc>
              <a:spcBef>
                <a:spcPts val="0"/>
              </a:spcBef>
              <a:spcAft>
                <a:spcPts val="0"/>
              </a:spcAft>
              <a:buClr>
                <a:schemeClr val="dk1"/>
              </a:buClr>
              <a:buSzPts val="1400"/>
              <a:buFont typeface="Calibri"/>
              <a:buNone/>
              <a:defRPr sz="4000" b="0" i="0" u="none" strike="noStrike" cap="none">
                <a:solidFill>
                  <a:schemeClr val="dk1"/>
                </a:solidFill>
                <a:latin typeface="Calibri"/>
                <a:ea typeface="Calibri"/>
                <a:cs typeface="Calibri"/>
                <a:sym typeface="Calibri"/>
              </a:defRPr>
            </a:lvl7pPr>
            <a:lvl8pPr marR="0" lvl="7" algn="ctr">
              <a:lnSpc>
                <a:spcPct val="100000"/>
              </a:lnSpc>
              <a:spcBef>
                <a:spcPts val="0"/>
              </a:spcBef>
              <a:spcAft>
                <a:spcPts val="0"/>
              </a:spcAft>
              <a:buClr>
                <a:schemeClr val="dk1"/>
              </a:buClr>
              <a:buSzPts val="1400"/>
              <a:buFont typeface="Calibri"/>
              <a:buNone/>
              <a:defRPr sz="4000" b="0" i="0" u="none" strike="noStrike" cap="none">
                <a:solidFill>
                  <a:schemeClr val="dk1"/>
                </a:solidFill>
                <a:latin typeface="Calibri"/>
                <a:ea typeface="Calibri"/>
                <a:cs typeface="Calibri"/>
                <a:sym typeface="Calibri"/>
              </a:defRPr>
            </a:lvl8pPr>
            <a:lvl9pPr marR="0" lvl="8" algn="ctr">
              <a:lnSpc>
                <a:spcPct val="100000"/>
              </a:lnSpc>
              <a:spcBef>
                <a:spcPts val="0"/>
              </a:spcBef>
              <a:spcAft>
                <a:spcPts val="0"/>
              </a:spcAft>
              <a:buClr>
                <a:schemeClr val="dk1"/>
              </a:buClr>
              <a:buSzPts val="1400"/>
              <a:buFont typeface="Calibri"/>
              <a:buNone/>
              <a:defRPr sz="4000" b="0" i="0" u="none" strike="noStrike" cap="none">
                <a:solidFill>
                  <a:schemeClr val="dk1"/>
                </a:solidFill>
                <a:latin typeface="Calibri"/>
                <a:ea typeface="Calibri"/>
                <a:cs typeface="Calibri"/>
                <a:sym typeface="Calibri"/>
              </a:defRPr>
            </a:lvl9pPr>
          </a:lstStyle>
          <a:p>
            <a:endParaRPr/>
          </a:p>
        </p:txBody>
      </p:sp>
      <p:sp>
        <p:nvSpPr>
          <p:cNvPr id="18" name="Google Shape;18;p6"/>
          <p:cNvSpPr txBox="1">
            <a:spLocks noGrp="1"/>
          </p:cNvSpPr>
          <p:nvPr>
            <p:ph type="subTitle" idx="1"/>
          </p:nvPr>
        </p:nvSpPr>
        <p:spPr>
          <a:xfrm>
            <a:off x="1828800" y="3886200"/>
            <a:ext cx="8534399" cy="17526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640"/>
              </a:spcBef>
              <a:spcAft>
                <a:spcPts val="0"/>
              </a:spcAft>
              <a:buClr>
                <a:srgbClr val="888888"/>
              </a:buClr>
              <a:buSzPts val="1400"/>
              <a:buFont typeface="Arial"/>
              <a:buNone/>
              <a:defRPr sz="3200" b="0" i="0" u="none" strike="noStrike" cap="none">
                <a:solidFill>
                  <a:srgbClr val="888888"/>
                </a:solidFill>
                <a:latin typeface="Calibri"/>
                <a:ea typeface="Calibri"/>
                <a:cs typeface="Calibri"/>
                <a:sym typeface="Calibri"/>
              </a:defRPr>
            </a:lvl1pPr>
            <a:lvl2pPr marR="0" lvl="1" algn="ctr">
              <a:lnSpc>
                <a:spcPct val="100000"/>
              </a:lnSpc>
              <a:spcBef>
                <a:spcPts val="560"/>
              </a:spcBef>
              <a:spcAft>
                <a:spcPts val="0"/>
              </a:spcAft>
              <a:buClr>
                <a:srgbClr val="888888"/>
              </a:buClr>
              <a:buSzPts val="1400"/>
              <a:buFont typeface="Arial"/>
              <a:buNone/>
              <a:defRPr sz="2800" b="0" i="0" u="none" strike="noStrike" cap="none">
                <a:solidFill>
                  <a:srgbClr val="888888"/>
                </a:solidFill>
                <a:latin typeface="Calibri"/>
                <a:ea typeface="Calibri"/>
                <a:cs typeface="Calibri"/>
                <a:sym typeface="Calibri"/>
              </a:defRPr>
            </a:lvl2pPr>
            <a:lvl3pPr marR="0" lvl="2" algn="ctr">
              <a:lnSpc>
                <a:spcPct val="100000"/>
              </a:lnSpc>
              <a:spcBef>
                <a:spcPts val="480"/>
              </a:spcBef>
              <a:spcAft>
                <a:spcPts val="0"/>
              </a:spcAft>
              <a:buClr>
                <a:srgbClr val="888888"/>
              </a:buClr>
              <a:buSzPts val="1400"/>
              <a:buFont typeface="Arial"/>
              <a:buNone/>
              <a:defRPr sz="2400" b="0" i="0" u="none" strike="noStrike" cap="none">
                <a:solidFill>
                  <a:srgbClr val="888888"/>
                </a:solidFill>
                <a:latin typeface="Calibri"/>
                <a:ea typeface="Calibri"/>
                <a:cs typeface="Calibri"/>
                <a:sym typeface="Calibri"/>
              </a:defRPr>
            </a:lvl3pPr>
            <a:lvl4pPr marR="0" lvl="3" algn="ctr">
              <a:lnSpc>
                <a:spcPct val="100000"/>
              </a:lnSpc>
              <a:spcBef>
                <a:spcPts val="400"/>
              </a:spcBef>
              <a:spcAft>
                <a:spcPts val="0"/>
              </a:spcAft>
              <a:buClr>
                <a:srgbClr val="888888"/>
              </a:buClr>
              <a:buSzPts val="1400"/>
              <a:buFont typeface="Arial"/>
              <a:buNone/>
              <a:defRPr sz="2000" b="0" i="0" u="none" strike="noStrike" cap="none">
                <a:solidFill>
                  <a:srgbClr val="888888"/>
                </a:solidFill>
                <a:latin typeface="Calibri"/>
                <a:ea typeface="Calibri"/>
                <a:cs typeface="Calibri"/>
                <a:sym typeface="Calibri"/>
              </a:defRPr>
            </a:lvl4pPr>
            <a:lvl5pPr marR="0" lvl="4" algn="ctr">
              <a:lnSpc>
                <a:spcPct val="100000"/>
              </a:lnSpc>
              <a:spcBef>
                <a:spcPts val="400"/>
              </a:spcBef>
              <a:spcAft>
                <a:spcPts val="0"/>
              </a:spcAft>
              <a:buClr>
                <a:srgbClr val="888888"/>
              </a:buClr>
              <a:buSzPts val="1400"/>
              <a:buFont typeface="Arial"/>
              <a:buNone/>
              <a:defRPr sz="2000" b="0" i="0" u="none" strike="noStrike" cap="none">
                <a:solidFill>
                  <a:srgbClr val="888888"/>
                </a:solidFill>
                <a:latin typeface="Calibri"/>
                <a:ea typeface="Calibri"/>
                <a:cs typeface="Calibri"/>
                <a:sym typeface="Calibri"/>
              </a:defRPr>
            </a:lvl5pPr>
            <a:lvl6pPr marR="0" lvl="5" algn="ctr">
              <a:lnSpc>
                <a:spcPct val="100000"/>
              </a:lnSpc>
              <a:spcBef>
                <a:spcPts val="400"/>
              </a:spcBef>
              <a:spcAft>
                <a:spcPts val="0"/>
              </a:spcAft>
              <a:buClr>
                <a:srgbClr val="888888"/>
              </a:buClr>
              <a:buSzPts val="1400"/>
              <a:buFont typeface="Arial"/>
              <a:buNone/>
              <a:defRPr sz="2000" b="0" i="0" u="none" strike="noStrike" cap="none">
                <a:solidFill>
                  <a:srgbClr val="888888"/>
                </a:solidFill>
                <a:latin typeface="Calibri"/>
                <a:ea typeface="Calibri"/>
                <a:cs typeface="Calibri"/>
                <a:sym typeface="Calibri"/>
              </a:defRPr>
            </a:lvl6pPr>
            <a:lvl7pPr marR="0" lvl="6" algn="ctr">
              <a:lnSpc>
                <a:spcPct val="100000"/>
              </a:lnSpc>
              <a:spcBef>
                <a:spcPts val="400"/>
              </a:spcBef>
              <a:spcAft>
                <a:spcPts val="0"/>
              </a:spcAft>
              <a:buClr>
                <a:srgbClr val="888888"/>
              </a:buClr>
              <a:buSzPts val="1400"/>
              <a:buFont typeface="Arial"/>
              <a:buNone/>
              <a:defRPr sz="2000" b="0" i="0" u="none" strike="noStrike" cap="none">
                <a:solidFill>
                  <a:srgbClr val="888888"/>
                </a:solidFill>
                <a:latin typeface="Calibri"/>
                <a:ea typeface="Calibri"/>
                <a:cs typeface="Calibri"/>
                <a:sym typeface="Calibri"/>
              </a:defRPr>
            </a:lvl7pPr>
            <a:lvl8pPr marR="0" lvl="7" algn="ctr">
              <a:lnSpc>
                <a:spcPct val="100000"/>
              </a:lnSpc>
              <a:spcBef>
                <a:spcPts val="400"/>
              </a:spcBef>
              <a:spcAft>
                <a:spcPts val="0"/>
              </a:spcAft>
              <a:buClr>
                <a:srgbClr val="888888"/>
              </a:buClr>
              <a:buSzPts val="1400"/>
              <a:buFont typeface="Arial"/>
              <a:buNone/>
              <a:defRPr sz="2000" b="0" i="0" u="none" strike="noStrike" cap="none">
                <a:solidFill>
                  <a:srgbClr val="888888"/>
                </a:solidFill>
                <a:latin typeface="Calibri"/>
                <a:ea typeface="Calibri"/>
                <a:cs typeface="Calibri"/>
                <a:sym typeface="Calibri"/>
              </a:defRPr>
            </a:lvl8pPr>
            <a:lvl9pPr marR="0" lvl="8" algn="ctr">
              <a:lnSpc>
                <a:spcPct val="100000"/>
              </a:lnSpc>
              <a:spcBef>
                <a:spcPts val="400"/>
              </a:spcBef>
              <a:spcAft>
                <a:spcPts val="0"/>
              </a:spcAft>
              <a:buClr>
                <a:srgbClr val="888888"/>
              </a:buClr>
              <a:buSzPts val="14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9" name="Google Shape;19;p6"/>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20" name="Google Shape;20;p6"/>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21" name="Google Shape;21;p6"/>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7"/>
          <p:cNvSpPr txBox="1">
            <a:spLocks noGrp="1"/>
          </p:cNvSpPr>
          <p:nvPr>
            <p:ph type="title"/>
          </p:nvPr>
        </p:nvSpPr>
        <p:spPr>
          <a:xfrm>
            <a:off x="205316" y="120650"/>
            <a:ext cx="8839200" cy="8382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1pPr>
            <a:lvl2pPr marR="0" lvl="1"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2pPr>
            <a:lvl3pPr marR="0" lvl="2"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3pPr>
            <a:lvl4pPr marR="0" lvl="3"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4pPr>
            <a:lvl5pPr marR="0" lvl="4"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5pPr>
            <a:lvl6pPr marR="0" lvl="5"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6pPr>
            <a:lvl7pPr marR="0" lvl="6"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7pPr>
            <a:lvl8pPr marR="0" lvl="7"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8pPr>
            <a:lvl9pPr marR="0" lvl="8"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9pPr>
          </a:lstStyle>
          <a:p>
            <a:endParaRPr/>
          </a:p>
        </p:txBody>
      </p:sp>
      <p:sp>
        <p:nvSpPr>
          <p:cNvPr id="24" name="Google Shape;24;p7"/>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 name="Google Shape;25;p7"/>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26" name="Google Shape;26;p7"/>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27" name="Google Shape;27;p7"/>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0" marR="0" lvl="1"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0" marR="0" lvl="2"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0" marR="0" lvl="3"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0" marR="0" lvl="4"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0" marR="0" lvl="5"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6pPr>
            <a:lvl7pPr marL="0" marR="0" lvl="6"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0" marR="0" lvl="7"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8pPr>
            <a:lvl9pPr marL="0" marR="0" lvl="8"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8"/>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30" name="Google Shape;30;p8"/>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31" name="Google Shape;31;p8"/>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0" marR="0" lvl="1"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0" marR="0" lvl="2"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0" marR="0" lvl="3"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0" marR="0" lvl="4"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0" marR="0" lvl="5"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6pPr>
            <a:lvl7pPr marL="0" marR="0" lvl="6"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0" marR="0" lvl="7"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8pPr>
            <a:lvl9pPr marL="0" marR="0" lvl="8"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913795" y="609600"/>
            <a:ext cx="10353761" cy="1326321"/>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4" name="Google Shape;34;p9"/>
          <p:cNvSpPr txBox="1">
            <a:spLocks noGrp="1"/>
          </p:cNvSpPr>
          <p:nvPr>
            <p:ph type="body" idx="1"/>
          </p:nvPr>
        </p:nvSpPr>
        <p:spPr>
          <a:xfrm>
            <a:off x="913795" y="2088319"/>
            <a:ext cx="5106004" cy="3702881"/>
          </a:xfrm>
          <a:prstGeom prst="rect">
            <a:avLst/>
          </a:prstGeom>
          <a:noFill/>
          <a:ln>
            <a:noFill/>
          </a:ln>
        </p:spPr>
        <p:txBody>
          <a:bodyPr spcFirstLastPara="1" wrap="square" lIns="91425" tIns="91425" rIns="91425" bIns="91425" anchor="t" anchorCtr="0">
            <a:noAutofit/>
          </a:bodyPr>
          <a:lstStyle>
            <a:lvl1pPr marL="457200" lvl="0" indent="-431800" algn="l">
              <a:lnSpc>
                <a:spcPct val="100000"/>
              </a:lnSpc>
              <a:spcBef>
                <a:spcPts val="640"/>
              </a:spcBef>
              <a:spcAft>
                <a:spcPts val="0"/>
              </a:spcAft>
              <a:buSzPts val="3200"/>
              <a:buChar char="•"/>
              <a:defRPr/>
            </a:lvl1pPr>
            <a:lvl2pPr marL="914400" lvl="1" indent="-406400" algn="l">
              <a:lnSpc>
                <a:spcPct val="100000"/>
              </a:lnSpc>
              <a:spcBef>
                <a:spcPts val="560"/>
              </a:spcBef>
              <a:spcAft>
                <a:spcPts val="0"/>
              </a:spcAft>
              <a:buSzPts val="2800"/>
              <a:buChar char="–"/>
              <a:defRPr/>
            </a:lvl2pPr>
            <a:lvl3pPr marL="1371600" lvl="2" indent="-381000" algn="l">
              <a:lnSpc>
                <a:spcPct val="100000"/>
              </a:lnSpc>
              <a:spcBef>
                <a:spcPts val="480"/>
              </a:spcBef>
              <a:spcAft>
                <a:spcPts val="0"/>
              </a:spcAft>
              <a:buSzPts val="2400"/>
              <a:buChar char="•"/>
              <a:defRPr/>
            </a:lvl3pPr>
            <a:lvl4pPr marL="1828800" lvl="3" indent="-355600" algn="l">
              <a:lnSpc>
                <a:spcPct val="100000"/>
              </a:lnSpc>
              <a:spcBef>
                <a:spcPts val="400"/>
              </a:spcBef>
              <a:spcAft>
                <a:spcPts val="0"/>
              </a:spcAft>
              <a:buSzPts val="2000"/>
              <a:buChar char="–"/>
              <a:defRPr/>
            </a:lvl4pPr>
            <a:lvl5pPr marL="2286000" lvl="4" indent="-355600" algn="l">
              <a:lnSpc>
                <a:spcPct val="100000"/>
              </a:lnSpc>
              <a:spcBef>
                <a:spcPts val="400"/>
              </a:spcBef>
              <a:spcAft>
                <a:spcPts val="0"/>
              </a:spcAft>
              <a:buSzPts val="2000"/>
              <a:buChar char="»"/>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
        <p:nvSpPr>
          <p:cNvPr id="35" name="Google Shape;35;p9"/>
          <p:cNvSpPr txBox="1">
            <a:spLocks noGrp="1"/>
          </p:cNvSpPr>
          <p:nvPr>
            <p:ph type="body" idx="2"/>
          </p:nvPr>
        </p:nvSpPr>
        <p:spPr>
          <a:xfrm>
            <a:off x="6173403" y="2088319"/>
            <a:ext cx="5094154" cy="3702881"/>
          </a:xfrm>
          <a:prstGeom prst="rect">
            <a:avLst/>
          </a:prstGeom>
          <a:noFill/>
          <a:ln>
            <a:noFill/>
          </a:ln>
        </p:spPr>
        <p:txBody>
          <a:bodyPr spcFirstLastPara="1" wrap="square" lIns="91425" tIns="91425" rIns="91425" bIns="91425" anchor="t" anchorCtr="0">
            <a:noAutofit/>
          </a:bodyPr>
          <a:lstStyle>
            <a:lvl1pPr marL="457200" lvl="0" indent="-431800" algn="l">
              <a:lnSpc>
                <a:spcPct val="100000"/>
              </a:lnSpc>
              <a:spcBef>
                <a:spcPts val="640"/>
              </a:spcBef>
              <a:spcAft>
                <a:spcPts val="0"/>
              </a:spcAft>
              <a:buSzPts val="3200"/>
              <a:buChar char="•"/>
              <a:defRPr/>
            </a:lvl1pPr>
            <a:lvl2pPr marL="914400" lvl="1" indent="-406400" algn="l">
              <a:lnSpc>
                <a:spcPct val="100000"/>
              </a:lnSpc>
              <a:spcBef>
                <a:spcPts val="560"/>
              </a:spcBef>
              <a:spcAft>
                <a:spcPts val="0"/>
              </a:spcAft>
              <a:buSzPts val="2800"/>
              <a:buChar char="–"/>
              <a:defRPr/>
            </a:lvl2pPr>
            <a:lvl3pPr marL="1371600" lvl="2" indent="-381000" algn="l">
              <a:lnSpc>
                <a:spcPct val="100000"/>
              </a:lnSpc>
              <a:spcBef>
                <a:spcPts val="480"/>
              </a:spcBef>
              <a:spcAft>
                <a:spcPts val="0"/>
              </a:spcAft>
              <a:buSzPts val="2400"/>
              <a:buChar char="•"/>
              <a:defRPr/>
            </a:lvl3pPr>
            <a:lvl4pPr marL="1828800" lvl="3" indent="-355600" algn="l">
              <a:lnSpc>
                <a:spcPct val="100000"/>
              </a:lnSpc>
              <a:spcBef>
                <a:spcPts val="400"/>
              </a:spcBef>
              <a:spcAft>
                <a:spcPts val="0"/>
              </a:spcAft>
              <a:buSzPts val="2000"/>
              <a:buChar char="–"/>
              <a:defRPr/>
            </a:lvl4pPr>
            <a:lvl5pPr marL="2286000" lvl="4" indent="-355600" algn="l">
              <a:lnSpc>
                <a:spcPct val="100000"/>
              </a:lnSpc>
              <a:spcBef>
                <a:spcPts val="400"/>
              </a:spcBef>
              <a:spcAft>
                <a:spcPts val="0"/>
              </a:spcAft>
              <a:buSzPts val="2000"/>
              <a:buChar char="»"/>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
        <p:nvSpPr>
          <p:cNvPr id="36" name="Google Shape;36;p9"/>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9"/>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9"/>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chemeClr val="dk1"/>
              </a:buClr>
              <a:buSzPts val="1200"/>
              <a:buFont typeface="Arial"/>
              <a:buNone/>
              <a:defRPr/>
            </a:lvl1pPr>
            <a:lvl2pPr marL="0" marR="0" lvl="1" indent="0" algn="ctr">
              <a:lnSpc>
                <a:spcPct val="100000"/>
              </a:lnSpc>
              <a:spcBef>
                <a:spcPts val="0"/>
              </a:spcBef>
              <a:spcAft>
                <a:spcPts val="0"/>
              </a:spcAft>
              <a:buClr>
                <a:schemeClr val="dk1"/>
              </a:buClr>
              <a:buSzPts val="1200"/>
              <a:buFont typeface="Arial"/>
              <a:buNone/>
              <a:defRPr/>
            </a:lvl2pPr>
            <a:lvl3pPr marL="0" marR="0" lvl="2" indent="0" algn="ctr">
              <a:lnSpc>
                <a:spcPct val="100000"/>
              </a:lnSpc>
              <a:spcBef>
                <a:spcPts val="0"/>
              </a:spcBef>
              <a:spcAft>
                <a:spcPts val="0"/>
              </a:spcAft>
              <a:buClr>
                <a:schemeClr val="dk1"/>
              </a:buClr>
              <a:buSzPts val="1200"/>
              <a:buFont typeface="Arial"/>
              <a:buNone/>
              <a:defRPr/>
            </a:lvl3pPr>
            <a:lvl4pPr marL="0" marR="0" lvl="3" indent="0" algn="ctr">
              <a:lnSpc>
                <a:spcPct val="100000"/>
              </a:lnSpc>
              <a:spcBef>
                <a:spcPts val="0"/>
              </a:spcBef>
              <a:spcAft>
                <a:spcPts val="0"/>
              </a:spcAft>
              <a:buClr>
                <a:schemeClr val="dk1"/>
              </a:buClr>
              <a:buSzPts val="1200"/>
              <a:buFont typeface="Arial"/>
              <a:buNone/>
              <a:defRPr/>
            </a:lvl4pPr>
            <a:lvl5pPr marL="0" marR="0" lvl="4" indent="0" algn="ctr">
              <a:lnSpc>
                <a:spcPct val="100000"/>
              </a:lnSpc>
              <a:spcBef>
                <a:spcPts val="0"/>
              </a:spcBef>
              <a:spcAft>
                <a:spcPts val="0"/>
              </a:spcAft>
              <a:buClr>
                <a:schemeClr val="dk1"/>
              </a:buClr>
              <a:buSzPts val="1200"/>
              <a:buFont typeface="Arial"/>
              <a:buNone/>
              <a:defRPr/>
            </a:lvl5pPr>
            <a:lvl6pPr marL="0" marR="0" lvl="5" indent="0" algn="ctr">
              <a:lnSpc>
                <a:spcPct val="100000"/>
              </a:lnSpc>
              <a:spcBef>
                <a:spcPts val="0"/>
              </a:spcBef>
              <a:spcAft>
                <a:spcPts val="0"/>
              </a:spcAft>
              <a:buClr>
                <a:schemeClr val="dk1"/>
              </a:buClr>
              <a:buSzPts val="1200"/>
              <a:buFont typeface="Arial"/>
              <a:buNone/>
              <a:defRPr/>
            </a:lvl6pPr>
            <a:lvl7pPr marL="0" marR="0" lvl="6" indent="0" algn="ctr">
              <a:lnSpc>
                <a:spcPct val="100000"/>
              </a:lnSpc>
              <a:spcBef>
                <a:spcPts val="0"/>
              </a:spcBef>
              <a:spcAft>
                <a:spcPts val="0"/>
              </a:spcAft>
              <a:buClr>
                <a:schemeClr val="dk1"/>
              </a:buClr>
              <a:buSzPts val="1200"/>
              <a:buFont typeface="Arial"/>
              <a:buNone/>
              <a:defRPr/>
            </a:lvl7pPr>
            <a:lvl8pPr marL="0" marR="0" lvl="7" indent="0" algn="ctr">
              <a:lnSpc>
                <a:spcPct val="100000"/>
              </a:lnSpc>
              <a:spcBef>
                <a:spcPts val="0"/>
              </a:spcBef>
              <a:spcAft>
                <a:spcPts val="0"/>
              </a:spcAft>
              <a:buClr>
                <a:schemeClr val="dk1"/>
              </a:buClr>
              <a:buSzPts val="1200"/>
              <a:buFont typeface="Arial"/>
              <a:buNone/>
              <a:defRPr/>
            </a:lvl8pPr>
            <a:lvl9pPr marL="0" marR="0" lvl="8" indent="0" algn="ctr">
              <a:lnSpc>
                <a:spcPct val="100000"/>
              </a:lnSpc>
              <a:spcBef>
                <a:spcPts val="0"/>
              </a:spcBef>
              <a:spcAft>
                <a:spcPts val="0"/>
              </a:spcAft>
              <a:buClr>
                <a:schemeClr val="dk1"/>
              </a:buClr>
              <a:buSzPts val="1200"/>
              <a:buFont typeface="Arial"/>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60"/>
        <p:cNvGrpSpPr/>
        <p:nvPr/>
      </p:nvGrpSpPr>
      <p:grpSpPr>
        <a:xfrm>
          <a:off x="0" y="0"/>
          <a:ext cx="0" cy="0"/>
          <a:chOff x="0" y="0"/>
          <a:chExt cx="0" cy="0"/>
        </a:xfrm>
      </p:grpSpPr>
      <p:sp>
        <p:nvSpPr>
          <p:cNvPr id="61" name="Google Shape;61;p13"/>
          <p:cNvSpPr txBox="1">
            <a:spLocks noGrp="1"/>
          </p:cNvSpPr>
          <p:nvPr>
            <p:ph type="title"/>
          </p:nvPr>
        </p:nvSpPr>
        <p:spPr>
          <a:xfrm>
            <a:off x="963084" y="4406900"/>
            <a:ext cx="10363200" cy="1362075"/>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SzPts val="1400"/>
              <a:buNone/>
              <a:defRPr sz="4000" b="1" i="0" u="none" strike="noStrike" cap="none">
                <a:solidFill>
                  <a:schemeClr val="dk1"/>
                </a:solidFill>
                <a:latin typeface="Calibri"/>
                <a:ea typeface="Calibri"/>
                <a:cs typeface="Calibri"/>
                <a:sym typeface="Calibri"/>
              </a:defRPr>
            </a:lvl1pPr>
            <a:lvl2pPr marR="0" lvl="1"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2pPr>
            <a:lvl3pPr marR="0" lvl="2"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3pPr>
            <a:lvl4pPr marR="0" lvl="3"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4pPr>
            <a:lvl5pPr marR="0" lvl="4"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5pPr>
            <a:lvl6pPr marR="0" lvl="5"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6pPr>
            <a:lvl7pPr marR="0" lvl="6"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7pPr>
            <a:lvl8pPr marR="0" lvl="7"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8pPr>
            <a:lvl9pPr marR="0" lvl="8"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9pPr>
          </a:lstStyle>
          <a:p>
            <a:endParaRPr/>
          </a:p>
        </p:txBody>
      </p:sp>
      <p:sp>
        <p:nvSpPr>
          <p:cNvPr id="62" name="Google Shape;62;p13"/>
          <p:cNvSpPr txBox="1">
            <a:spLocks noGrp="1"/>
          </p:cNvSpPr>
          <p:nvPr>
            <p:ph type="body" idx="1"/>
          </p:nvPr>
        </p:nvSpPr>
        <p:spPr>
          <a:xfrm>
            <a:off x="963084" y="2906713"/>
            <a:ext cx="10363200" cy="1500187"/>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400"/>
              </a:spcBef>
              <a:spcAft>
                <a:spcPts val="0"/>
              </a:spcAft>
              <a:buClr>
                <a:srgbClr val="888888"/>
              </a:buClr>
              <a:buSzPts val="3200"/>
              <a:buFont typeface="Arial"/>
              <a:buNone/>
              <a:defRPr sz="2000" b="0" i="0" u="none" strike="noStrike" cap="none">
                <a:solidFill>
                  <a:srgbClr val="888888"/>
                </a:solidFill>
                <a:latin typeface="Calibri"/>
                <a:ea typeface="Calibri"/>
                <a:cs typeface="Calibri"/>
                <a:sym typeface="Calibri"/>
              </a:defRPr>
            </a:lvl1pPr>
            <a:lvl2pPr marL="914400" marR="0" lvl="1" indent="-228600" algn="l">
              <a:lnSpc>
                <a:spcPct val="100000"/>
              </a:lnSpc>
              <a:spcBef>
                <a:spcPts val="360"/>
              </a:spcBef>
              <a:spcAft>
                <a:spcPts val="0"/>
              </a:spcAft>
              <a:buClr>
                <a:srgbClr val="888888"/>
              </a:buClr>
              <a:buSzPts val="2800"/>
              <a:buFont typeface="Arial"/>
              <a:buNone/>
              <a:defRPr sz="1800" b="0" i="0" u="none" strike="noStrike" cap="none">
                <a:solidFill>
                  <a:srgbClr val="888888"/>
                </a:solidFill>
                <a:latin typeface="Calibri"/>
                <a:ea typeface="Calibri"/>
                <a:cs typeface="Calibri"/>
                <a:sym typeface="Calibri"/>
              </a:defRPr>
            </a:lvl2pPr>
            <a:lvl3pPr marL="1371600" marR="0" lvl="2" indent="-228600" algn="l">
              <a:lnSpc>
                <a:spcPct val="100000"/>
              </a:lnSpc>
              <a:spcBef>
                <a:spcPts val="320"/>
              </a:spcBef>
              <a:spcAft>
                <a:spcPts val="0"/>
              </a:spcAft>
              <a:buClr>
                <a:srgbClr val="888888"/>
              </a:buClr>
              <a:buSzPts val="2400"/>
              <a:buFont typeface="Arial"/>
              <a:buNone/>
              <a:defRPr sz="1600" b="0" i="0" u="none" strike="noStrike" cap="none">
                <a:solidFill>
                  <a:srgbClr val="888888"/>
                </a:solidFill>
                <a:latin typeface="Calibri"/>
                <a:ea typeface="Calibri"/>
                <a:cs typeface="Calibri"/>
                <a:sym typeface="Calibri"/>
              </a:defRPr>
            </a:lvl3pPr>
            <a:lvl4pPr marL="1828800" marR="0" lvl="3"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4pPr>
            <a:lvl5pPr marL="2286000" marR="0" lvl="4"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63" name="Google Shape;63;p13"/>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64" name="Google Shape;64;p13"/>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65" name="Google Shape;65;p13"/>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0" marR="0" lvl="1"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0" marR="0" lvl="2"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0" marR="0" lvl="3"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0" marR="0" lvl="4"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0" marR="0" lvl="5"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6pPr>
            <a:lvl7pPr marL="0" marR="0" lvl="6"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0" marR="0" lvl="7"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8pPr>
            <a:lvl9pPr marL="0" marR="0" lvl="8"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205316" y="120650"/>
            <a:ext cx="8839200" cy="8382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1pPr>
            <a:lvl2pPr marR="0" lvl="1"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2pPr>
            <a:lvl3pPr marR="0" lvl="2"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3pPr>
            <a:lvl4pPr marR="0" lvl="3"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4pPr>
            <a:lvl5pPr marR="0" lvl="4"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5pPr>
            <a:lvl6pPr marR="0" lvl="5"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6pPr>
            <a:lvl7pPr marR="0" lvl="6"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7pPr>
            <a:lvl8pPr marR="0" lvl="7"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8pPr>
            <a:lvl9pPr marR="0" lvl="8"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9pPr>
          </a:lstStyle>
          <a:p>
            <a:endParaRPr/>
          </a:p>
        </p:txBody>
      </p:sp>
      <p:sp>
        <p:nvSpPr>
          <p:cNvPr id="75" name="Google Shape;75;p15"/>
          <p:cNvSpPr txBox="1">
            <a:spLocks noGrp="1"/>
          </p:cNvSpPr>
          <p:nvPr>
            <p:ph type="body" idx="1"/>
          </p:nvPr>
        </p:nvSpPr>
        <p:spPr>
          <a:xfrm>
            <a:off x="609600" y="1535113"/>
            <a:ext cx="5386917" cy="639762"/>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480"/>
              </a:spcBef>
              <a:spcAft>
                <a:spcPts val="0"/>
              </a:spcAft>
              <a:buClr>
                <a:schemeClr val="dk1"/>
              </a:buClr>
              <a:buSzPts val="3200"/>
              <a:buFont typeface="Arial"/>
              <a:buNone/>
              <a:defRPr sz="2400" b="1" i="0" u="none" strike="noStrike" cap="none">
                <a:solidFill>
                  <a:schemeClr val="dk1"/>
                </a:solidFill>
                <a:latin typeface="Calibri"/>
                <a:ea typeface="Calibri"/>
                <a:cs typeface="Calibri"/>
                <a:sym typeface="Calibri"/>
              </a:defRPr>
            </a:lvl1pPr>
            <a:lvl2pPr marL="914400" marR="0" lvl="1" indent="-228600" algn="l">
              <a:lnSpc>
                <a:spcPct val="100000"/>
              </a:lnSpc>
              <a:spcBef>
                <a:spcPts val="400"/>
              </a:spcBef>
              <a:spcAft>
                <a:spcPts val="0"/>
              </a:spcAft>
              <a:buClr>
                <a:schemeClr val="dk1"/>
              </a:buClr>
              <a:buSzPts val="2800"/>
              <a:buFont typeface="Arial"/>
              <a:buNone/>
              <a:defRPr sz="2000" b="1" i="0" u="none" strike="noStrike" cap="none">
                <a:solidFill>
                  <a:schemeClr val="dk1"/>
                </a:solidFill>
                <a:latin typeface="Calibri"/>
                <a:ea typeface="Calibri"/>
                <a:cs typeface="Calibri"/>
                <a:sym typeface="Calibri"/>
              </a:defRPr>
            </a:lvl2pPr>
            <a:lvl3pPr marL="1371600" marR="0" lvl="2" indent="-228600" algn="l">
              <a:lnSpc>
                <a:spcPct val="100000"/>
              </a:lnSpc>
              <a:spcBef>
                <a:spcPts val="360"/>
              </a:spcBef>
              <a:spcAft>
                <a:spcPts val="0"/>
              </a:spcAft>
              <a:buClr>
                <a:schemeClr val="dk1"/>
              </a:buClr>
              <a:buSzPts val="2400"/>
              <a:buFont typeface="Arial"/>
              <a:buNone/>
              <a:defRPr sz="1800" b="1" i="0" u="none" strike="noStrike" cap="none">
                <a:solidFill>
                  <a:schemeClr val="dk1"/>
                </a:solidFill>
                <a:latin typeface="Calibri"/>
                <a:ea typeface="Calibri"/>
                <a:cs typeface="Calibri"/>
                <a:sym typeface="Calibri"/>
              </a:defRPr>
            </a:lvl3pPr>
            <a:lvl4pPr marL="1828800" marR="0" lvl="3"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4pPr>
            <a:lvl5pPr marL="2286000" marR="0" lvl="4"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5pPr>
            <a:lvl6pPr marL="2743200" marR="0" lvl="5"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6" name="Google Shape;76;p15"/>
          <p:cNvSpPr txBox="1">
            <a:spLocks noGrp="1"/>
          </p:cNvSpPr>
          <p:nvPr>
            <p:ph type="body" idx="2"/>
          </p:nvPr>
        </p:nvSpPr>
        <p:spPr>
          <a:xfrm>
            <a:off x="609600" y="2174875"/>
            <a:ext cx="5386917" cy="3951288"/>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77" name="Google Shape;77;p15"/>
          <p:cNvSpPr txBox="1">
            <a:spLocks noGrp="1"/>
          </p:cNvSpPr>
          <p:nvPr>
            <p:ph type="body" idx="3"/>
          </p:nvPr>
        </p:nvSpPr>
        <p:spPr>
          <a:xfrm>
            <a:off x="6193367" y="1535113"/>
            <a:ext cx="5389033" cy="639762"/>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480"/>
              </a:spcBef>
              <a:spcAft>
                <a:spcPts val="0"/>
              </a:spcAft>
              <a:buClr>
                <a:schemeClr val="dk1"/>
              </a:buClr>
              <a:buSzPts val="3200"/>
              <a:buFont typeface="Arial"/>
              <a:buNone/>
              <a:defRPr sz="2400" b="1" i="0" u="none" strike="noStrike" cap="none">
                <a:solidFill>
                  <a:schemeClr val="dk1"/>
                </a:solidFill>
                <a:latin typeface="Calibri"/>
                <a:ea typeface="Calibri"/>
                <a:cs typeface="Calibri"/>
                <a:sym typeface="Calibri"/>
              </a:defRPr>
            </a:lvl1pPr>
            <a:lvl2pPr marL="914400" marR="0" lvl="1" indent="-228600" algn="l">
              <a:lnSpc>
                <a:spcPct val="100000"/>
              </a:lnSpc>
              <a:spcBef>
                <a:spcPts val="400"/>
              </a:spcBef>
              <a:spcAft>
                <a:spcPts val="0"/>
              </a:spcAft>
              <a:buClr>
                <a:schemeClr val="dk1"/>
              </a:buClr>
              <a:buSzPts val="2800"/>
              <a:buFont typeface="Arial"/>
              <a:buNone/>
              <a:defRPr sz="2000" b="1" i="0" u="none" strike="noStrike" cap="none">
                <a:solidFill>
                  <a:schemeClr val="dk1"/>
                </a:solidFill>
                <a:latin typeface="Calibri"/>
                <a:ea typeface="Calibri"/>
                <a:cs typeface="Calibri"/>
                <a:sym typeface="Calibri"/>
              </a:defRPr>
            </a:lvl2pPr>
            <a:lvl3pPr marL="1371600" marR="0" lvl="2" indent="-228600" algn="l">
              <a:lnSpc>
                <a:spcPct val="100000"/>
              </a:lnSpc>
              <a:spcBef>
                <a:spcPts val="360"/>
              </a:spcBef>
              <a:spcAft>
                <a:spcPts val="0"/>
              </a:spcAft>
              <a:buClr>
                <a:schemeClr val="dk1"/>
              </a:buClr>
              <a:buSzPts val="2400"/>
              <a:buFont typeface="Arial"/>
              <a:buNone/>
              <a:defRPr sz="1800" b="1" i="0" u="none" strike="noStrike" cap="none">
                <a:solidFill>
                  <a:schemeClr val="dk1"/>
                </a:solidFill>
                <a:latin typeface="Calibri"/>
                <a:ea typeface="Calibri"/>
                <a:cs typeface="Calibri"/>
                <a:sym typeface="Calibri"/>
              </a:defRPr>
            </a:lvl3pPr>
            <a:lvl4pPr marL="1828800" marR="0" lvl="3"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4pPr>
            <a:lvl5pPr marL="2286000" marR="0" lvl="4"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5pPr>
            <a:lvl6pPr marL="2743200" marR="0" lvl="5"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8" name="Google Shape;78;p15"/>
          <p:cNvSpPr txBox="1">
            <a:spLocks noGrp="1"/>
          </p:cNvSpPr>
          <p:nvPr>
            <p:ph type="body" idx="4"/>
          </p:nvPr>
        </p:nvSpPr>
        <p:spPr>
          <a:xfrm>
            <a:off x="6193367" y="2174875"/>
            <a:ext cx="5389033" cy="3951288"/>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79" name="Google Shape;79;p15"/>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80" name="Google Shape;80;p15"/>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81" name="Google Shape;81;p15"/>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0" marR="0" lvl="1"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0" marR="0" lvl="2"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0" marR="0" lvl="3"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0" marR="0" lvl="4"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0" marR="0" lvl="5"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6pPr>
            <a:lvl7pPr marL="0" marR="0" lvl="6"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0" marR="0" lvl="7"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8pPr>
            <a:lvl9pPr marL="0" marR="0" lvl="8"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89"/>
        <p:cNvGrpSpPr/>
        <p:nvPr/>
      </p:nvGrpSpPr>
      <p:grpSpPr>
        <a:xfrm>
          <a:off x="0" y="0"/>
          <a:ext cx="0" cy="0"/>
          <a:chOff x="0" y="0"/>
          <a:chExt cx="0" cy="0"/>
        </a:xfrm>
      </p:grpSpPr>
      <p:sp>
        <p:nvSpPr>
          <p:cNvPr id="90" name="Google Shape;90;p17"/>
          <p:cNvSpPr txBox="1">
            <a:spLocks noGrp="1"/>
          </p:cNvSpPr>
          <p:nvPr>
            <p:ph type="title"/>
          </p:nvPr>
        </p:nvSpPr>
        <p:spPr>
          <a:xfrm>
            <a:off x="205316" y="120650"/>
            <a:ext cx="8839200" cy="8382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1pPr>
            <a:lvl2pPr marR="0" lvl="1"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2pPr>
            <a:lvl3pPr marR="0" lvl="2"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3pPr>
            <a:lvl4pPr marR="0" lvl="3"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4pPr>
            <a:lvl5pPr marR="0" lvl="4"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5pPr>
            <a:lvl6pPr marR="0" lvl="5"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6pPr>
            <a:lvl7pPr marR="0" lvl="6"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7pPr>
            <a:lvl8pPr marR="0" lvl="7"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8pPr>
            <a:lvl9pPr marR="0" lvl="8"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9pPr>
          </a:lstStyle>
          <a:p>
            <a:endParaRPr/>
          </a:p>
        </p:txBody>
      </p:sp>
      <p:sp>
        <p:nvSpPr>
          <p:cNvPr id="91" name="Google Shape;91;p17"/>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92" name="Google Shape;92;p17"/>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93" name="Google Shape;93;p17"/>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0" marR="0" lvl="1"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0" marR="0" lvl="2"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0" marR="0" lvl="3"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0" marR="0" lvl="4"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0" marR="0" lvl="5"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6pPr>
            <a:lvl7pPr marL="0" marR="0" lvl="6"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0" marR="0" lvl="7"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8pPr>
            <a:lvl9pPr marL="0" marR="0" lvl="8"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609600" y="273050"/>
            <a:ext cx="4011084" cy="116205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SzPts val="1400"/>
              <a:buNone/>
              <a:defRPr sz="2000" b="1" i="0" u="none" strike="noStrike" cap="none">
                <a:solidFill>
                  <a:schemeClr val="dk1"/>
                </a:solidFill>
                <a:latin typeface="Calibri"/>
                <a:ea typeface="Calibri"/>
                <a:cs typeface="Calibri"/>
                <a:sym typeface="Calibri"/>
              </a:defRPr>
            </a:lvl1pPr>
            <a:lvl2pPr marR="0" lvl="1"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2pPr>
            <a:lvl3pPr marR="0" lvl="2"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3pPr>
            <a:lvl4pPr marR="0" lvl="3"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4pPr>
            <a:lvl5pPr marR="0" lvl="4"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5pPr>
            <a:lvl6pPr marR="0" lvl="5"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6pPr>
            <a:lvl7pPr marR="0" lvl="6"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7pPr>
            <a:lvl8pPr marR="0" lvl="7"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8pPr>
            <a:lvl9pPr marR="0" lvl="8"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9pPr>
          </a:lstStyle>
          <a:p>
            <a:endParaRPr/>
          </a:p>
        </p:txBody>
      </p:sp>
      <p:sp>
        <p:nvSpPr>
          <p:cNvPr id="103" name="Google Shape;103;p19"/>
          <p:cNvSpPr txBox="1">
            <a:spLocks noGrp="1"/>
          </p:cNvSpPr>
          <p:nvPr>
            <p:ph type="body" idx="1"/>
          </p:nvPr>
        </p:nvSpPr>
        <p:spPr>
          <a:xfrm>
            <a:off x="4766733" y="273050"/>
            <a:ext cx="6815667" cy="5853113"/>
          </a:xfrm>
          <a:prstGeom prst="rect">
            <a:avLst/>
          </a:prstGeom>
          <a:noFill/>
          <a:ln>
            <a:noFill/>
          </a:ln>
        </p:spPr>
        <p:txBody>
          <a:bodyPr spcFirstLastPara="1" wrap="square" lIns="91425" tIns="91425" rIns="91425" bIns="91425" anchor="t" anchorCtr="0">
            <a:noAutofit/>
          </a:bodyPr>
          <a:lstStyle>
            <a:lvl1pPr marL="457200" marR="0" lvl="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4" name="Google Shape;104;p19"/>
          <p:cNvSpPr txBox="1">
            <a:spLocks noGrp="1"/>
          </p:cNvSpPr>
          <p:nvPr>
            <p:ph type="body" idx="2"/>
          </p:nvPr>
        </p:nvSpPr>
        <p:spPr>
          <a:xfrm>
            <a:off x="609600" y="1435100"/>
            <a:ext cx="4011084" cy="4691063"/>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280"/>
              </a:spcBef>
              <a:spcAft>
                <a:spcPts val="0"/>
              </a:spcAft>
              <a:buClr>
                <a:schemeClr val="dk1"/>
              </a:buClr>
              <a:buSzPts val="3200"/>
              <a:buFont typeface="Arial"/>
              <a:buNone/>
              <a:defRPr sz="1400" b="0" i="0" u="none" strike="noStrike" cap="none">
                <a:solidFill>
                  <a:schemeClr val="dk1"/>
                </a:solidFill>
                <a:latin typeface="Calibri"/>
                <a:ea typeface="Calibri"/>
                <a:cs typeface="Calibri"/>
                <a:sym typeface="Calibri"/>
              </a:defRPr>
            </a:lvl1pPr>
            <a:lvl2pPr marL="914400" marR="0" lvl="1" indent="-228600" algn="l">
              <a:lnSpc>
                <a:spcPct val="100000"/>
              </a:lnSpc>
              <a:spcBef>
                <a:spcPts val="240"/>
              </a:spcBef>
              <a:spcAft>
                <a:spcPts val="0"/>
              </a:spcAft>
              <a:buClr>
                <a:schemeClr val="dk1"/>
              </a:buClr>
              <a:buSzPts val="2800"/>
              <a:buFont typeface="Arial"/>
              <a:buNone/>
              <a:defRPr sz="1200" b="0" i="0" u="none" strike="noStrike" cap="none">
                <a:solidFill>
                  <a:schemeClr val="dk1"/>
                </a:solidFill>
                <a:latin typeface="Calibri"/>
                <a:ea typeface="Calibri"/>
                <a:cs typeface="Calibri"/>
                <a:sym typeface="Calibri"/>
              </a:defRPr>
            </a:lvl2pPr>
            <a:lvl3pPr marL="1371600" marR="0" lvl="2" indent="-228600" algn="l">
              <a:lnSpc>
                <a:spcPct val="100000"/>
              </a:lnSpc>
              <a:spcBef>
                <a:spcPts val="200"/>
              </a:spcBef>
              <a:spcAft>
                <a:spcPts val="0"/>
              </a:spcAft>
              <a:buClr>
                <a:schemeClr val="dk1"/>
              </a:buClr>
              <a:buSzPts val="2400"/>
              <a:buFont typeface="Arial"/>
              <a:buNone/>
              <a:defRPr sz="1000" b="0" i="0" u="none" strike="noStrike" cap="none">
                <a:solidFill>
                  <a:schemeClr val="dk1"/>
                </a:solidFill>
                <a:latin typeface="Calibri"/>
                <a:ea typeface="Calibri"/>
                <a:cs typeface="Calibri"/>
                <a:sym typeface="Calibri"/>
              </a:defRPr>
            </a:lvl3pPr>
            <a:lvl4pPr marL="1828800" marR="0" lvl="3"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4pPr>
            <a:lvl5pPr marL="2286000" marR="0" lvl="4"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5pPr>
            <a:lvl6pPr marL="2743200" marR="0" lvl="5"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105" name="Google Shape;105;p19"/>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106" name="Google Shape;106;p19"/>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107" name="Google Shape;107;p19"/>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0" marR="0" lvl="1"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0" marR="0" lvl="2"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0" marR="0" lvl="3"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0" marR="0" lvl="4"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0" marR="0" lvl="5"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6pPr>
            <a:lvl7pPr marL="0" marR="0" lvl="6"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0" marR="0" lvl="7"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8pPr>
            <a:lvl9pPr marL="0" marR="0" lvl="8"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115"/>
        <p:cNvGrpSpPr/>
        <p:nvPr/>
      </p:nvGrpSpPr>
      <p:grpSpPr>
        <a:xfrm>
          <a:off x="0" y="0"/>
          <a:ext cx="0" cy="0"/>
          <a:chOff x="0" y="0"/>
          <a:chExt cx="0" cy="0"/>
        </a:xfrm>
      </p:grpSpPr>
      <p:sp>
        <p:nvSpPr>
          <p:cNvPr id="116" name="Google Shape;116;p21"/>
          <p:cNvSpPr txBox="1">
            <a:spLocks noGrp="1"/>
          </p:cNvSpPr>
          <p:nvPr>
            <p:ph type="title"/>
          </p:nvPr>
        </p:nvSpPr>
        <p:spPr>
          <a:xfrm>
            <a:off x="2389717" y="4800600"/>
            <a:ext cx="7315200" cy="566738"/>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SzPts val="1400"/>
              <a:buNone/>
              <a:defRPr sz="2000" b="1" i="0" u="none" strike="noStrike" cap="none">
                <a:solidFill>
                  <a:schemeClr val="dk1"/>
                </a:solidFill>
                <a:latin typeface="Calibri"/>
                <a:ea typeface="Calibri"/>
                <a:cs typeface="Calibri"/>
                <a:sym typeface="Calibri"/>
              </a:defRPr>
            </a:lvl1pPr>
            <a:lvl2pPr marR="0" lvl="1"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2pPr>
            <a:lvl3pPr marR="0" lvl="2"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3pPr>
            <a:lvl4pPr marR="0" lvl="3"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4pPr>
            <a:lvl5pPr marR="0" lvl="4"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5pPr>
            <a:lvl6pPr marR="0" lvl="5"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6pPr>
            <a:lvl7pPr marR="0" lvl="6"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7pPr>
            <a:lvl8pPr marR="0" lvl="7"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8pPr>
            <a:lvl9pPr marR="0" lvl="8"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9pPr>
          </a:lstStyle>
          <a:p>
            <a:endParaRPr/>
          </a:p>
        </p:txBody>
      </p:sp>
      <p:sp>
        <p:nvSpPr>
          <p:cNvPr id="117" name="Google Shape;117;p21"/>
          <p:cNvSpPr>
            <a:spLocks noGrp="1"/>
          </p:cNvSpPr>
          <p:nvPr>
            <p:ph type="pic" idx="2"/>
          </p:nvPr>
        </p:nvSpPr>
        <p:spPr>
          <a:xfrm>
            <a:off x="2389717" y="612775"/>
            <a:ext cx="7315200" cy="4114800"/>
          </a:xfrm>
          <a:prstGeom prst="rect">
            <a:avLst/>
          </a:prstGeom>
          <a:noFill/>
          <a:ln>
            <a:noFill/>
          </a:ln>
        </p:spPr>
      </p:sp>
      <p:sp>
        <p:nvSpPr>
          <p:cNvPr id="118" name="Google Shape;118;p21"/>
          <p:cNvSpPr txBox="1">
            <a:spLocks noGrp="1"/>
          </p:cNvSpPr>
          <p:nvPr>
            <p:ph type="body" idx="1"/>
          </p:nvPr>
        </p:nvSpPr>
        <p:spPr>
          <a:xfrm>
            <a:off x="2389717" y="5367338"/>
            <a:ext cx="7315200" cy="804862"/>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280"/>
              </a:spcBef>
              <a:spcAft>
                <a:spcPts val="0"/>
              </a:spcAft>
              <a:buClr>
                <a:schemeClr val="dk1"/>
              </a:buClr>
              <a:buSzPts val="3200"/>
              <a:buFont typeface="Arial"/>
              <a:buNone/>
              <a:defRPr sz="1400" b="0" i="0" u="none" strike="noStrike" cap="none">
                <a:solidFill>
                  <a:schemeClr val="dk1"/>
                </a:solidFill>
                <a:latin typeface="Calibri"/>
                <a:ea typeface="Calibri"/>
                <a:cs typeface="Calibri"/>
                <a:sym typeface="Calibri"/>
              </a:defRPr>
            </a:lvl1pPr>
            <a:lvl2pPr marL="914400" marR="0" lvl="1" indent="-228600" algn="l">
              <a:lnSpc>
                <a:spcPct val="100000"/>
              </a:lnSpc>
              <a:spcBef>
                <a:spcPts val="240"/>
              </a:spcBef>
              <a:spcAft>
                <a:spcPts val="0"/>
              </a:spcAft>
              <a:buClr>
                <a:schemeClr val="dk1"/>
              </a:buClr>
              <a:buSzPts val="2800"/>
              <a:buFont typeface="Arial"/>
              <a:buNone/>
              <a:defRPr sz="1200" b="0" i="0" u="none" strike="noStrike" cap="none">
                <a:solidFill>
                  <a:schemeClr val="dk1"/>
                </a:solidFill>
                <a:latin typeface="Calibri"/>
                <a:ea typeface="Calibri"/>
                <a:cs typeface="Calibri"/>
                <a:sym typeface="Calibri"/>
              </a:defRPr>
            </a:lvl2pPr>
            <a:lvl3pPr marL="1371600" marR="0" lvl="2" indent="-228600" algn="l">
              <a:lnSpc>
                <a:spcPct val="100000"/>
              </a:lnSpc>
              <a:spcBef>
                <a:spcPts val="200"/>
              </a:spcBef>
              <a:spcAft>
                <a:spcPts val="0"/>
              </a:spcAft>
              <a:buClr>
                <a:schemeClr val="dk1"/>
              </a:buClr>
              <a:buSzPts val="2400"/>
              <a:buFont typeface="Arial"/>
              <a:buNone/>
              <a:defRPr sz="1000" b="0" i="0" u="none" strike="noStrike" cap="none">
                <a:solidFill>
                  <a:schemeClr val="dk1"/>
                </a:solidFill>
                <a:latin typeface="Calibri"/>
                <a:ea typeface="Calibri"/>
                <a:cs typeface="Calibri"/>
                <a:sym typeface="Calibri"/>
              </a:defRPr>
            </a:lvl3pPr>
            <a:lvl4pPr marL="1828800" marR="0" lvl="3"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4pPr>
            <a:lvl5pPr marL="2286000" marR="0" lvl="4"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5pPr>
            <a:lvl6pPr marL="2743200" marR="0" lvl="5"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119" name="Google Shape;119;p21"/>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120" name="Google Shape;120;p21"/>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121" name="Google Shape;121;p21"/>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0" marR="0" lvl="1"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0" marR="0" lvl="2"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0" marR="0" lvl="3"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0" marR="0" lvl="4"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0" marR="0" lvl="5"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6pPr>
            <a:lvl7pPr marL="0" marR="0" lvl="6"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0" marR="0" lvl="7"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8pPr>
            <a:lvl9pPr marL="0" marR="0" lvl="8"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129"/>
        <p:cNvGrpSpPr/>
        <p:nvPr/>
      </p:nvGrpSpPr>
      <p:grpSpPr>
        <a:xfrm>
          <a:off x="0" y="0"/>
          <a:ext cx="0" cy="0"/>
          <a:chOff x="0" y="0"/>
          <a:chExt cx="0" cy="0"/>
        </a:xfrm>
      </p:grpSpPr>
      <p:sp>
        <p:nvSpPr>
          <p:cNvPr id="130" name="Google Shape;130;p23"/>
          <p:cNvSpPr txBox="1">
            <a:spLocks noGrp="1"/>
          </p:cNvSpPr>
          <p:nvPr>
            <p:ph type="title"/>
          </p:nvPr>
        </p:nvSpPr>
        <p:spPr>
          <a:xfrm>
            <a:off x="205316" y="120650"/>
            <a:ext cx="8839200" cy="8382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1pPr>
            <a:lvl2pPr marR="0" lvl="1"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2pPr>
            <a:lvl3pPr marR="0" lvl="2"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3pPr>
            <a:lvl4pPr marR="0" lvl="3"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4pPr>
            <a:lvl5pPr marR="0" lvl="4"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5pPr>
            <a:lvl6pPr marR="0" lvl="5"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6pPr>
            <a:lvl7pPr marR="0" lvl="6"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7pPr>
            <a:lvl8pPr marR="0" lvl="7"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8pPr>
            <a:lvl9pPr marR="0" lvl="8"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9pPr>
          </a:lstStyle>
          <a:p>
            <a:endParaRPr/>
          </a:p>
        </p:txBody>
      </p:sp>
      <p:sp>
        <p:nvSpPr>
          <p:cNvPr id="131" name="Google Shape;131;p23"/>
          <p:cNvSpPr txBox="1">
            <a:spLocks noGrp="1"/>
          </p:cNvSpPr>
          <p:nvPr>
            <p:ph type="body" idx="1"/>
          </p:nvPr>
        </p:nvSpPr>
        <p:spPr>
          <a:xfrm rot="5400000">
            <a:off x="3078692" y="-251619"/>
            <a:ext cx="6034616" cy="8229600"/>
          </a:xfrm>
          <a:prstGeom prst="rect">
            <a:avLst/>
          </a:prstGeom>
          <a:noFill/>
          <a:ln>
            <a:noFill/>
          </a:ln>
        </p:spPr>
        <p:txBody>
          <a:bodyPr spcFirstLastPara="1" wrap="square" lIns="91425" tIns="91425" rIns="91425" bIns="91425" anchor="t" anchorCtr="0">
            <a:noAutofit/>
          </a:bodyPr>
          <a:lstStyle>
            <a:lvl1pPr marL="457200" marR="0" lvl="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2" name="Google Shape;132;p23"/>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133" name="Google Shape;133;p23"/>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134" name="Google Shape;134;p23"/>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0" marR="0" lvl="1"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0" marR="0" lvl="2"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0" marR="0" lvl="3"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0" marR="0" lvl="4"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0" marR="0" lvl="5"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6pPr>
            <a:lvl7pPr marL="0" marR="0" lvl="6"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0" marR="0" lvl="7"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8pPr>
            <a:lvl9pPr marL="0" marR="0" lvl="8"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42"/>
        <p:cNvGrpSpPr/>
        <p:nvPr/>
      </p:nvGrpSpPr>
      <p:grpSpPr>
        <a:xfrm>
          <a:off x="0" y="0"/>
          <a:ext cx="0" cy="0"/>
          <a:chOff x="0" y="0"/>
          <a:chExt cx="0" cy="0"/>
        </a:xfrm>
      </p:grpSpPr>
      <p:sp>
        <p:nvSpPr>
          <p:cNvPr id="143" name="Google Shape;143;p25"/>
          <p:cNvSpPr txBox="1">
            <a:spLocks noGrp="1"/>
          </p:cNvSpPr>
          <p:nvPr>
            <p:ph type="title"/>
          </p:nvPr>
        </p:nvSpPr>
        <p:spPr>
          <a:xfrm rot="5400000">
            <a:off x="6309783" y="2171700"/>
            <a:ext cx="7802033" cy="2057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1pPr>
            <a:lvl2pPr marR="0" lvl="1"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2pPr>
            <a:lvl3pPr marR="0" lvl="2"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3pPr>
            <a:lvl4pPr marR="0" lvl="3"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4pPr>
            <a:lvl5pPr marR="0" lvl="4"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5pPr>
            <a:lvl6pPr marR="0" lvl="5"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6pPr>
            <a:lvl7pPr marR="0" lvl="6"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7pPr>
            <a:lvl8pPr marR="0" lvl="7"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8pPr>
            <a:lvl9pPr marR="0" lvl="8" algn="ctr">
              <a:lnSpc>
                <a:spcPct val="100000"/>
              </a:lnSpc>
              <a:spcBef>
                <a:spcPts val="0"/>
              </a:spcBef>
              <a:spcAft>
                <a:spcPts val="0"/>
              </a:spcAft>
              <a:buSzPts val="1400"/>
              <a:buNone/>
              <a:defRPr sz="4000" b="0" i="0" u="none" strike="noStrike" cap="none">
                <a:solidFill>
                  <a:schemeClr val="dk1"/>
                </a:solidFill>
                <a:latin typeface="Calibri"/>
                <a:ea typeface="Calibri"/>
                <a:cs typeface="Calibri"/>
                <a:sym typeface="Calibri"/>
              </a:defRPr>
            </a:lvl9pPr>
          </a:lstStyle>
          <a:p>
            <a:endParaRPr/>
          </a:p>
        </p:txBody>
      </p:sp>
      <p:sp>
        <p:nvSpPr>
          <p:cNvPr id="144" name="Google Shape;144;p25"/>
          <p:cNvSpPr txBox="1">
            <a:spLocks noGrp="1"/>
          </p:cNvSpPr>
          <p:nvPr>
            <p:ph type="body" idx="1"/>
          </p:nvPr>
        </p:nvSpPr>
        <p:spPr>
          <a:xfrm rot="5400000">
            <a:off x="721784" y="190501"/>
            <a:ext cx="7802033" cy="6019800"/>
          </a:xfrm>
          <a:prstGeom prst="rect">
            <a:avLst/>
          </a:prstGeom>
          <a:noFill/>
          <a:ln>
            <a:noFill/>
          </a:ln>
        </p:spPr>
        <p:txBody>
          <a:bodyPr spcFirstLastPara="1" wrap="square" lIns="91425" tIns="91425" rIns="91425" bIns="91425" anchor="t" anchorCtr="0">
            <a:noAutofit/>
          </a:bodyPr>
          <a:lstStyle>
            <a:lvl1pPr marL="457200" marR="0" lvl="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45" name="Google Shape;145;p25"/>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146" name="Google Shape;146;p25"/>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147" name="Google Shape;147;p25"/>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0" marR="0" lvl="1"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0" marR="0" lvl="2"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0" marR="0" lvl="3"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0" marR="0" lvl="4"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0" marR="0" lvl="5"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6pPr>
            <a:lvl7pPr marL="0" marR="0" lvl="6"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0" marR="0" lvl="7"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8pPr>
            <a:lvl9pPr marL="0" marR="0" lvl="8" indent="0" algn="ctr">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5"/>
        <p:cNvGrpSpPr/>
        <p:nvPr/>
      </p:nvGrpSpPr>
      <p:grpSpPr>
        <a:xfrm>
          <a:off x="0" y="0"/>
          <a:ext cx="0" cy="0"/>
          <a:chOff x="0" y="0"/>
          <a:chExt cx="0" cy="0"/>
        </a:xfrm>
      </p:grpSpPr>
      <p:sp>
        <p:nvSpPr>
          <p:cNvPr id="156" name="Google Shape;156;p27"/>
          <p:cNvSpPr txBox="1">
            <a:spLocks noGrp="1"/>
          </p:cNvSpPr>
          <p:nvPr>
            <p:ph type="ctrTitle"/>
          </p:nvPr>
        </p:nvSpPr>
        <p:spPr>
          <a:xfrm>
            <a:off x="914400" y="2130425"/>
            <a:ext cx="10363200" cy="14700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57" name="Google Shape;157;p27"/>
          <p:cNvSpPr txBox="1">
            <a:spLocks noGrp="1"/>
          </p:cNvSpPr>
          <p:nvPr>
            <p:ph type="subTitle" idx="1"/>
          </p:nvPr>
        </p:nvSpPr>
        <p:spPr>
          <a:xfrm>
            <a:off x="1828800" y="3886200"/>
            <a:ext cx="8534400" cy="17526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R="0" lvl="1" algn="ctr">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58" name="Google Shape;158;p27"/>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159" name="Google Shape;159;p27"/>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160" name="Google Shape;160;p27"/>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9"/>
        <p:cNvGrpSpPr/>
        <p:nvPr/>
      </p:nvGrpSpPr>
      <p:grpSpPr>
        <a:xfrm>
          <a:off x="0" y="0"/>
          <a:ext cx="0" cy="0"/>
          <a:chOff x="0" y="0"/>
          <a:chExt cx="0" cy="0"/>
        </a:xfrm>
      </p:grpSpPr>
      <p:sp>
        <p:nvSpPr>
          <p:cNvPr id="170" name="Google Shape;170;p29"/>
          <p:cNvSpPr txBox="1">
            <a:spLocks noGrp="1"/>
          </p:cNvSpPr>
          <p:nvPr>
            <p:ph type="title"/>
          </p:nvPr>
        </p:nvSpPr>
        <p:spPr>
          <a:xfrm>
            <a:off x="609600" y="274637"/>
            <a:ext cx="10972800" cy="11430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71" name="Google Shape;171;p29"/>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2" name="Google Shape;172;p29"/>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173" name="Google Shape;173;p29"/>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174" name="Google Shape;174;p29"/>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2"/>
        <p:cNvGrpSpPr/>
        <p:nvPr/>
      </p:nvGrpSpPr>
      <p:grpSpPr>
        <a:xfrm>
          <a:off x="0" y="0"/>
          <a:ext cx="0" cy="0"/>
          <a:chOff x="0" y="0"/>
          <a:chExt cx="0" cy="0"/>
        </a:xfrm>
      </p:grpSpPr>
      <p:sp>
        <p:nvSpPr>
          <p:cNvPr id="183" name="Google Shape;183;p31"/>
          <p:cNvSpPr txBox="1">
            <a:spLocks noGrp="1"/>
          </p:cNvSpPr>
          <p:nvPr>
            <p:ph type="title"/>
          </p:nvPr>
        </p:nvSpPr>
        <p:spPr>
          <a:xfrm>
            <a:off x="963084" y="4406900"/>
            <a:ext cx="10363200" cy="1362075"/>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SzPts val="1400"/>
              <a:buNone/>
              <a:defRPr sz="4000" b="1" i="0" u="none" strike="noStrike" cap="none">
                <a:solidFill>
                  <a:schemeClr val="dk1"/>
                </a:solidFill>
                <a:latin typeface="Calibri"/>
                <a:ea typeface="Calibri"/>
                <a:cs typeface="Calibri"/>
                <a:sym typeface="Calibri"/>
              </a:defRPr>
            </a:lvl1pPr>
            <a:lvl2pPr marR="0" lvl="1"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84" name="Google Shape;184;p31"/>
          <p:cNvSpPr txBox="1">
            <a:spLocks noGrp="1"/>
          </p:cNvSpPr>
          <p:nvPr>
            <p:ph type="body" idx="1"/>
          </p:nvPr>
        </p:nvSpPr>
        <p:spPr>
          <a:xfrm>
            <a:off x="963084" y="2906713"/>
            <a:ext cx="10363200" cy="1500187"/>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400"/>
              </a:spcBef>
              <a:spcAft>
                <a:spcPts val="0"/>
              </a:spcAft>
              <a:buClr>
                <a:srgbClr val="888888"/>
              </a:buClr>
              <a:buSzPts val="3200"/>
              <a:buFont typeface="Arial"/>
              <a:buNone/>
              <a:defRPr sz="2000" b="0" i="0" u="none" strike="noStrike" cap="none">
                <a:solidFill>
                  <a:srgbClr val="888888"/>
                </a:solidFill>
                <a:latin typeface="Calibri"/>
                <a:ea typeface="Calibri"/>
                <a:cs typeface="Calibri"/>
                <a:sym typeface="Calibri"/>
              </a:defRPr>
            </a:lvl1pPr>
            <a:lvl2pPr marL="914400" marR="0" lvl="1" indent="-228600" algn="l">
              <a:lnSpc>
                <a:spcPct val="100000"/>
              </a:lnSpc>
              <a:spcBef>
                <a:spcPts val="360"/>
              </a:spcBef>
              <a:spcAft>
                <a:spcPts val="0"/>
              </a:spcAft>
              <a:buClr>
                <a:srgbClr val="888888"/>
              </a:buClr>
              <a:buSzPts val="2800"/>
              <a:buFont typeface="Arial"/>
              <a:buNone/>
              <a:defRPr sz="1800" b="0" i="0" u="none" strike="noStrike" cap="none">
                <a:solidFill>
                  <a:srgbClr val="888888"/>
                </a:solidFill>
                <a:latin typeface="Calibri"/>
                <a:ea typeface="Calibri"/>
                <a:cs typeface="Calibri"/>
                <a:sym typeface="Calibri"/>
              </a:defRPr>
            </a:lvl2pPr>
            <a:lvl3pPr marL="1371600" marR="0" lvl="2" indent="-228600" algn="l">
              <a:lnSpc>
                <a:spcPct val="100000"/>
              </a:lnSpc>
              <a:spcBef>
                <a:spcPts val="320"/>
              </a:spcBef>
              <a:spcAft>
                <a:spcPts val="0"/>
              </a:spcAft>
              <a:buClr>
                <a:srgbClr val="888888"/>
              </a:buClr>
              <a:buSzPts val="2400"/>
              <a:buFont typeface="Arial"/>
              <a:buNone/>
              <a:defRPr sz="1600" b="0" i="0" u="none" strike="noStrike" cap="none">
                <a:solidFill>
                  <a:srgbClr val="888888"/>
                </a:solidFill>
                <a:latin typeface="Calibri"/>
                <a:ea typeface="Calibri"/>
                <a:cs typeface="Calibri"/>
                <a:sym typeface="Calibri"/>
              </a:defRPr>
            </a:lvl3pPr>
            <a:lvl4pPr marL="1828800" marR="0" lvl="3"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4pPr>
            <a:lvl5pPr marL="2286000" marR="0" lvl="4"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185" name="Google Shape;185;p31"/>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186" name="Google Shape;186;p31"/>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187" name="Google Shape;187;p31"/>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95"/>
        <p:cNvGrpSpPr/>
        <p:nvPr/>
      </p:nvGrpSpPr>
      <p:grpSpPr>
        <a:xfrm>
          <a:off x="0" y="0"/>
          <a:ext cx="0" cy="0"/>
          <a:chOff x="0" y="0"/>
          <a:chExt cx="0" cy="0"/>
        </a:xfrm>
      </p:grpSpPr>
      <p:sp>
        <p:nvSpPr>
          <p:cNvPr id="196" name="Google Shape;196;p33"/>
          <p:cNvSpPr txBox="1">
            <a:spLocks noGrp="1"/>
          </p:cNvSpPr>
          <p:nvPr>
            <p:ph type="title"/>
          </p:nvPr>
        </p:nvSpPr>
        <p:spPr>
          <a:xfrm>
            <a:off x="609600" y="274637"/>
            <a:ext cx="10972800" cy="11430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97" name="Google Shape;197;p33"/>
          <p:cNvSpPr txBox="1">
            <a:spLocks noGrp="1"/>
          </p:cNvSpPr>
          <p:nvPr>
            <p:ph type="body" idx="1"/>
          </p:nvPr>
        </p:nvSpPr>
        <p:spPr>
          <a:xfrm>
            <a:off x="609600" y="1600200"/>
            <a:ext cx="5384800" cy="4525963"/>
          </a:xfrm>
          <a:prstGeom prst="rect">
            <a:avLst/>
          </a:prstGeom>
          <a:noFill/>
          <a:ln>
            <a:noFill/>
          </a:ln>
        </p:spPr>
        <p:txBody>
          <a:bodyPr spcFirstLastPara="1" wrap="square" lIns="91425" tIns="91425" rIns="91425" bIns="91425" anchor="t" anchorCtr="0">
            <a:noAutofit/>
          </a:bodyPr>
          <a:lstStyle>
            <a:lvl1pPr marL="457200" marR="0" lvl="0"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8" name="Google Shape;198;p33"/>
          <p:cNvSpPr txBox="1">
            <a:spLocks noGrp="1"/>
          </p:cNvSpPr>
          <p:nvPr>
            <p:ph type="body" idx="2"/>
          </p:nvPr>
        </p:nvSpPr>
        <p:spPr>
          <a:xfrm>
            <a:off x="6197600" y="1600200"/>
            <a:ext cx="5384800" cy="4525963"/>
          </a:xfrm>
          <a:prstGeom prst="rect">
            <a:avLst/>
          </a:prstGeom>
          <a:noFill/>
          <a:ln>
            <a:noFill/>
          </a:ln>
        </p:spPr>
        <p:txBody>
          <a:bodyPr spcFirstLastPara="1" wrap="square" lIns="91425" tIns="91425" rIns="91425" bIns="91425" anchor="t" anchorCtr="0">
            <a:noAutofit/>
          </a:bodyPr>
          <a:lstStyle>
            <a:lvl1pPr marL="457200" marR="0" lvl="0"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9" name="Google Shape;199;p33"/>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200" name="Google Shape;200;p33"/>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201" name="Google Shape;201;p33"/>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09"/>
        <p:cNvGrpSpPr/>
        <p:nvPr/>
      </p:nvGrpSpPr>
      <p:grpSpPr>
        <a:xfrm>
          <a:off x="0" y="0"/>
          <a:ext cx="0" cy="0"/>
          <a:chOff x="0" y="0"/>
          <a:chExt cx="0" cy="0"/>
        </a:xfrm>
      </p:grpSpPr>
      <p:sp>
        <p:nvSpPr>
          <p:cNvPr id="210" name="Google Shape;210;p35"/>
          <p:cNvSpPr txBox="1">
            <a:spLocks noGrp="1"/>
          </p:cNvSpPr>
          <p:nvPr>
            <p:ph type="title"/>
          </p:nvPr>
        </p:nvSpPr>
        <p:spPr>
          <a:xfrm>
            <a:off x="609600" y="274637"/>
            <a:ext cx="10972800" cy="11430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211" name="Google Shape;211;p35"/>
          <p:cNvSpPr txBox="1">
            <a:spLocks noGrp="1"/>
          </p:cNvSpPr>
          <p:nvPr>
            <p:ph type="body" idx="1"/>
          </p:nvPr>
        </p:nvSpPr>
        <p:spPr>
          <a:xfrm>
            <a:off x="609600" y="1535113"/>
            <a:ext cx="5386917" cy="639762"/>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480"/>
              </a:spcBef>
              <a:spcAft>
                <a:spcPts val="0"/>
              </a:spcAft>
              <a:buClr>
                <a:schemeClr val="dk1"/>
              </a:buClr>
              <a:buSzPts val="3200"/>
              <a:buFont typeface="Arial"/>
              <a:buNone/>
              <a:defRPr sz="2400" b="1" i="0" u="none" strike="noStrike" cap="none">
                <a:solidFill>
                  <a:schemeClr val="dk1"/>
                </a:solidFill>
                <a:latin typeface="Calibri"/>
                <a:ea typeface="Calibri"/>
                <a:cs typeface="Calibri"/>
                <a:sym typeface="Calibri"/>
              </a:defRPr>
            </a:lvl1pPr>
            <a:lvl2pPr marL="914400" marR="0" lvl="1" indent="-228600" algn="l">
              <a:lnSpc>
                <a:spcPct val="100000"/>
              </a:lnSpc>
              <a:spcBef>
                <a:spcPts val="400"/>
              </a:spcBef>
              <a:spcAft>
                <a:spcPts val="0"/>
              </a:spcAft>
              <a:buClr>
                <a:schemeClr val="dk1"/>
              </a:buClr>
              <a:buSzPts val="2800"/>
              <a:buFont typeface="Arial"/>
              <a:buNone/>
              <a:defRPr sz="2000" b="1" i="0" u="none" strike="noStrike" cap="none">
                <a:solidFill>
                  <a:schemeClr val="dk1"/>
                </a:solidFill>
                <a:latin typeface="Calibri"/>
                <a:ea typeface="Calibri"/>
                <a:cs typeface="Calibri"/>
                <a:sym typeface="Calibri"/>
              </a:defRPr>
            </a:lvl2pPr>
            <a:lvl3pPr marL="1371600" marR="0" lvl="2" indent="-228600" algn="l">
              <a:lnSpc>
                <a:spcPct val="100000"/>
              </a:lnSpc>
              <a:spcBef>
                <a:spcPts val="360"/>
              </a:spcBef>
              <a:spcAft>
                <a:spcPts val="0"/>
              </a:spcAft>
              <a:buClr>
                <a:schemeClr val="dk1"/>
              </a:buClr>
              <a:buSzPts val="2400"/>
              <a:buFont typeface="Arial"/>
              <a:buNone/>
              <a:defRPr sz="1800" b="1" i="0" u="none" strike="noStrike" cap="none">
                <a:solidFill>
                  <a:schemeClr val="dk1"/>
                </a:solidFill>
                <a:latin typeface="Calibri"/>
                <a:ea typeface="Calibri"/>
                <a:cs typeface="Calibri"/>
                <a:sym typeface="Calibri"/>
              </a:defRPr>
            </a:lvl3pPr>
            <a:lvl4pPr marL="1828800" marR="0" lvl="3"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4pPr>
            <a:lvl5pPr marL="2286000" marR="0" lvl="4"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5pPr>
            <a:lvl6pPr marL="2743200" marR="0" lvl="5"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212" name="Google Shape;212;p35"/>
          <p:cNvSpPr txBox="1">
            <a:spLocks noGrp="1"/>
          </p:cNvSpPr>
          <p:nvPr>
            <p:ph type="body" idx="2"/>
          </p:nvPr>
        </p:nvSpPr>
        <p:spPr>
          <a:xfrm>
            <a:off x="609600" y="2174875"/>
            <a:ext cx="5386917" cy="3951288"/>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213" name="Google Shape;213;p35"/>
          <p:cNvSpPr txBox="1">
            <a:spLocks noGrp="1"/>
          </p:cNvSpPr>
          <p:nvPr>
            <p:ph type="body" idx="3"/>
          </p:nvPr>
        </p:nvSpPr>
        <p:spPr>
          <a:xfrm>
            <a:off x="6193367" y="1535113"/>
            <a:ext cx="5389033" cy="639762"/>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480"/>
              </a:spcBef>
              <a:spcAft>
                <a:spcPts val="0"/>
              </a:spcAft>
              <a:buClr>
                <a:schemeClr val="dk1"/>
              </a:buClr>
              <a:buSzPts val="3200"/>
              <a:buFont typeface="Arial"/>
              <a:buNone/>
              <a:defRPr sz="2400" b="1" i="0" u="none" strike="noStrike" cap="none">
                <a:solidFill>
                  <a:schemeClr val="dk1"/>
                </a:solidFill>
                <a:latin typeface="Calibri"/>
                <a:ea typeface="Calibri"/>
                <a:cs typeface="Calibri"/>
                <a:sym typeface="Calibri"/>
              </a:defRPr>
            </a:lvl1pPr>
            <a:lvl2pPr marL="914400" marR="0" lvl="1" indent="-228600" algn="l">
              <a:lnSpc>
                <a:spcPct val="100000"/>
              </a:lnSpc>
              <a:spcBef>
                <a:spcPts val="400"/>
              </a:spcBef>
              <a:spcAft>
                <a:spcPts val="0"/>
              </a:spcAft>
              <a:buClr>
                <a:schemeClr val="dk1"/>
              </a:buClr>
              <a:buSzPts val="2800"/>
              <a:buFont typeface="Arial"/>
              <a:buNone/>
              <a:defRPr sz="2000" b="1" i="0" u="none" strike="noStrike" cap="none">
                <a:solidFill>
                  <a:schemeClr val="dk1"/>
                </a:solidFill>
                <a:latin typeface="Calibri"/>
                <a:ea typeface="Calibri"/>
                <a:cs typeface="Calibri"/>
                <a:sym typeface="Calibri"/>
              </a:defRPr>
            </a:lvl2pPr>
            <a:lvl3pPr marL="1371600" marR="0" lvl="2" indent="-228600" algn="l">
              <a:lnSpc>
                <a:spcPct val="100000"/>
              </a:lnSpc>
              <a:spcBef>
                <a:spcPts val="360"/>
              </a:spcBef>
              <a:spcAft>
                <a:spcPts val="0"/>
              </a:spcAft>
              <a:buClr>
                <a:schemeClr val="dk1"/>
              </a:buClr>
              <a:buSzPts val="2400"/>
              <a:buFont typeface="Arial"/>
              <a:buNone/>
              <a:defRPr sz="1800" b="1" i="0" u="none" strike="noStrike" cap="none">
                <a:solidFill>
                  <a:schemeClr val="dk1"/>
                </a:solidFill>
                <a:latin typeface="Calibri"/>
                <a:ea typeface="Calibri"/>
                <a:cs typeface="Calibri"/>
                <a:sym typeface="Calibri"/>
              </a:defRPr>
            </a:lvl3pPr>
            <a:lvl4pPr marL="1828800" marR="0" lvl="3"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4pPr>
            <a:lvl5pPr marL="2286000" marR="0" lvl="4"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5pPr>
            <a:lvl6pPr marL="2743200" marR="0" lvl="5"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214" name="Google Shape;214;p35"/>
          <p:cNvSpPr txBox="1">
            <a:spLocks noGrp="1"/>
          </p:cNvSpPr>
          <p:nvPr>
            <p:ph type="body" idx="4"/>
          </p:nvPr>
        </p:nvSpPr>
        <p:spPr>
          <a:xfrm>
            <a:off x="6193367" y="2174875"/>
            <a:ext cx="5389033" cy="3951288"/>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215" name="Google Shape;215;p35"/>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216" name="Google Shape;216;p35"/>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217" name="Google Shape;217;p35"/>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5"/>
        <p:cNvGrpSpPr/>
        <p:nvPr/>
      </p:nvGrpSpPr>
      <p:grpSpPr>
        <a:xfrm>
          <a:off x="0" y="0"/>
          <a:ext cx="0" cy="0"/>
          <a:chOff x="0" y="0"/>
          <a:chExt cx="0" cy="0"/>
        </a:xfrm>
      </p:grpSpPr>
      <p:sp>
        <p:nvSpPr>
          <p:cNvPr id="226" name="Google Shape;226;p37"/>
          <p:cNvSpPr txBox="1">
            <a:spLocks noGrp="1"/>
          </p:cNvSpPr>
          <p:nvPr>
            <p:ph type="title"/>
          </p:nvPr>
        </p:nvSpPr>
        <p:spPr>
          <a:xfrm>
            <a:off x="609600" y="274637"/>
            <a:ext cx="10972800" cy="11430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227" name="Google Shape;227;p37"/>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228" name="Google Shape;228;p37"/>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229" name="Google Shape;229;p37"/>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7"/>
        <p:cNvGrpSpPr/>
        <p:nvPr/>
      </p:nvGrpSpPr>
      <p:grpSpPr>
        <a:xfrm>
          <a:off x="0" y="0"/>
          <a:ext cx="0" cy="0"/>
          <a:chOff x="0" y="0"/>
          <a:chExt cx="0" cy="0"/>
        </a:xfrm>
      </p:grpSpPr>
      <p:sp>
        <p:nvSpPr>
          <p:cNvPr id="238" name="Google Shape;238;p39"/>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239" name="Google Shape;239;p39"/>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240" name="Google Shape;240;p39"/>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48"/>
        <p:cNvGrpSpPr/>
        <p:nvPr/>
      </p:nvGrpSpPr>
      <p:grpSpPr>
        <a:xfrm>
          <a:off x="0" y="0"/>
          <a:ext cx="0" cy="0"/>
          <a:chOff x="0" y="0"/>
          <a:chExt cx="0" cy="0"/>
        </a:xfrm>
      </p:grpSpPr>
      <p:sp>
        <p:nvSpPr>
          <p:cNvPr id="249" name="Google Shape;249;p41"/>
          <p:cNvSpPr txBox="1">
            <a:spLocks noGrp="1"/>
          </p:cNvSpPr>
          <p:nvPr>
            <p:ph type="title"/>
          </p:nvPr>
        </p:nvSpPr>
        <p:spPr>
          <a:xfrm>
            <a:off x="609600" y="273050"/>
            <a:ext cx="4011084" cy="116205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SzPts val="1400"/>
              <a:buNone/>
              <a:defRPr sz="2000" b="1" i="0" u="none" strike="noStrike" cap="none">
                <a:solidFill>
                  <a:schemeClr val="dk1"/>
                </a:solidFill>
                <a:latin typeface="Calibri"/>
                <a:ea typeface="Calibri"/>
                <a:cs typeface="Calibri"/>
                <a:sym typeface="Calibri"/>
              </a:defRPr>
            </a:lvl1pPr>
            <a:lvl2pPr marR="0" lvl="1"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250" name="Google Shape;250;p41"/>
          <p:cNvSpPr txBox="1">
            <a:spLocks noGrp="1"/>
          </p:cNvSpPr>
          <p:nvPr>
            <p:ph type="body" idx="1"/>
          </p:nvPr>
        </p:nvSpPr>
        <p:spPr>
          <a:xfrm>
            <a:off x="4766733" y="273050"/>
            <a:ext cx="6815667" cy="5853113"/>
          </a:xfrm>
          <a:prstGeom prst="rect">
            <a:avLst/>
          </a:prstGeom>
          <a:noFill/>
          <a:ln>
            <a:noFill/>
          </a:ln>
        </p:spPr>
        <p:txBody>
          <a:bodyPr spcFirstLastPara="1" wrap="square" lIns="91425" tIns="91425" rIns="91425" bIns="91425" anchor="t" anchorCtr="0">
            <a:noAutofit/>
          </a:bodyPr>
          <a:lstStyle>
            <a:lvl1pPr marL="457200" marR="0" lvl="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1" name="Google Shape;251;p41"/>
          <p:cNvSpPr txBox="1">
            <a:spLocks noGrp="1"/>
          </p:cNvSpPr>
          <p:nvPr>
            <p:ph type="body" idx="2"/>
          </p:nvPr>
        </p:nvSpPr>
        <p:spPr>
          <a:xfrm>
            <a:off x="609600" y="1435100"/>
            <a:ext cx="4011084" cy="4691063"/>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280"/>
              </a:spcBef>
              <a:spcAft>
                <a:spcPts val="0"/>
              </a:spcAft>
              <a:buClr>
                <a:schemeClr val="dk1"/>
              </a:buClr>
              <a:buSzPts val="3200"/>
              <a:buFont typeface="Arial"/>
              <a:buNone/>
              <a:defRPr sz="1400" b="0" i="0" u="none" strike="noStrike" cap="none">
                <a:solidFill>
                  <a:schemeClr val="dk1"/>
                </a:solidFill>
                <a:latin typeface="Calibri"/>
                <a:ea typeface="Calibri"/>
                <a:cs typeface="Calibri"/>
                <a:sym typeface="Calibri"/>
              </a:defRPr>
            </a:lvl1pPr>
            <a:lvl2pPr marL="914400" marR="0" lvl="1" indent="-228600" algn="l">
              <a:lnSpc>
                <a:spcPct val="100000"/>
              </a:lnSpc>
              <a:spcBef>
                <a:spcPts val="240"/>
              </a:spcBef>
              <a:spcAft>
                <a:spcPts val="0"/>
              </a:spcAft>
              <a:buClr>
                <a:schemeClr val="dk1"/>
              </a:buClr>
              <a:buSzPts val="2800"/>
              <a:buFont typeface="Arial"/>
              <a:buNone/>
              <a:defRPr sz="1200" b="0" i="0" u="none" strike="noStrike" cap="none">
                <a:solidFill>
                  <a:schemeClr val="dk1"/>
                </a:solidFill>
                <a:latin typeface="Calibri"/>
                <a:ea typeface="Calibri"/>
                <a:cs typeface="Calibri"/>
                <a:sym typeface="Calibri"/>
              </a:defRPr>
            </a:lvl2pPr>
            <a:lvl3pPr marL="1371600" marR="0" lvl="2" indent="-228600" algn="l">
              <a:lnSpc>
                <a:spcPct val="100000"/>
              </a:lnSpc>
              <a:spcBef>
                <a:spcPts val="200"/>
              </a:spcBef>
              <a:spcAft>
                <a:spcPts val="0"/>
              </a:spcAft>
              <a:buClr>
                <a:schemeClr val="dk1"/>
              </a:buClr>
              <a:buSzPts val="2400"/>
              <a:buFont typeface="Arial"/>
              <a:buNone/>
              <a:defRPr sz="1000" b="0" i="0" u="none" strike="noStrike" cap="none">
                <a:solidFill>
                  <a:schemeClr val="dk1"/>
                </a:solidFill>
                <a:latin typeface="Calibri"/>
                <a:ea typeface="Calibri"/>
                <a:cs typeface="Calibri"/>
                <a:sym typeface="Calibri"/>
              </a:defRPr>
            </a:lvl3pPr>
            <a:lvl4pPr marL="1828800" marR="0" lvl="3"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4pPr>
            <a:lvl5pPr marL="2286000" marR="0" lvl="4"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5pPr>
            <a:lvl6pPr marL="2743200" marR="0" lvl="5"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52" name="Google Shape;252;p41"/>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253" name="Google Shape;253;p41"/>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254" name="Google Shape;254;p41"/>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62"/>
        <p:cNvGrpSpPr/>
        <p:nvPr/>
      </p:nvGrpSpPr>
      <p:grpSpPr>
        <a:xfrm>
          <a:off x="0" y="0"/>
          <a:ext cx="0" cy="0"/>
          <a:chOff x="0" y="0"/>
          <a:chExt cx="0" cy="0"/>
        </a:xfrm>
      </p:grpSpPr>
      <p:sp>
        <p:nvSpPr>
          <p:cNvPr id="263" name="Google Shape;263;p43"/>
          <p:cNvSpPr txBox="1">
            <a:spLocks noGrp="1"/>
          </p:cNvSpPr>
          <p:nvPr>
            <p:ph type="title"/>
          </p:nvPr>
        </p:nvSpPr>
        <p:spPr>
          <a:xfrm>
            <a:off x="2389717" y="4800600"/>
            <a:ext cx="7315200" cy="566738"/>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SzPts val="1400"/>
              <a:buNone/>
              <a:defRPr sz="2000" b="1" i="0" u="none" strike="noStrike" cap="none">
                <a:solidFill>
                  <a:schemeClr val="dk1"/>
                </a:solidFill>
                <a:latin typeface="Calibri"/>
                <a:ea typeface="Calibri"/>
                <a:cs typeface="Calibri"/>
                <a:sym typeface="Calibri"/>
              </a:defRPr>
            </a:lvl1pPr>
            <a:lvl2pPr marR="0" lvl="1"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264" name="Google Shape;264;p43"/>
          <p:cNvSpPr>
            <a:spLocks noGrp="1"/>
          </p:cNvSpPr>
          <p:nvPr>
            <p:ph type="pic" idx="2"/>
          </p:nvPr>
        </p:nvSpPr>
        <p:spPr>
          <a:xfrm>
            <a:off x="2389717" y="612775"/>
            <a:ext cx="7315200" cy="4114800"/>
          </a:xfrm>
          <a:prstGeom prst="rect">
            <a:avLst/>
          </a:prstGeom>
          <a:noFill/>
          <a:ln>
            <a:noFill/>
          </a:ln>
        </p:spPr>
      </p:sp>
      <p:sp>
        <p:nvSpPr>
          <p:cNvPr id="265" name="Google Shape;265;p43"/>
          <p:cNvSpPr txBox="1">
            <a:spLocks noGrp="1"/>
          </p:cNvSpPr>
          <p:nvPr>
            <p:ph type="body" idx="1"/>
          </p:nvPr>
        </p:nvSpPr>
        <p:spPr>
          <a:xfrm>
            <a:off x="2389717" y="5367338"/>
            <a:ext cx="7315200" cy="804862"/>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280"/>
              </a:spcBef>
              <a:spcAft>
                <a:spcPts val="0"/>
              </a:spcAft>
              <a:buClr>
                <a:schemeClr val="dk1"/>
              </a:buClr>
              <a:buSzPts val="3200"/>
              <a:buFont typeface="Arial"/>
              <a:buNone/>
              <a:defRPr sz="1400" b="0" i="0" u="none" strike="noStrike" cap="none">
                <a:solidFill>
                  <a:schemeClr val="dk1"/>
                </a:solidFill>
                <a:latin typeface="Calibri"/>
                <a:ea typeface="Calibri"/>
                <a:cs typeface="Calibri"/>
                <a:sym typeface="Calibri"/>
              </a:defRPr>
            </a:lvl1pPr>
            <a:lvl2pPr marL="914400" marR="0" lvl="1" indent="-228600" algn="l">
              <a:lnSpc>
                <a:spcPct val="100000"/>
              </a:lnSpc>
              <a:spcBef>
                <a:spcPts val="240"/>
              </a:spcBef>
              <a:spcAft>
                <a:spcPts val="0"/>
              </a:spcAft>
              <a:buClr>
                <a:schemeClr val="dk1"/>
              </a:buClr>
              <a:buSzPts val="2800"/>
              <a:buFont typeface="Arial"/>
              <a:buNone/>
              <a:defRPr sz="1200" b="0" i="0" u="none" strike="noStrike" cap="none">
                <a:solidFill>
                  <a:schemeClr val="dk1"/>
                </a:solidFill>
                <a:latin typeface="Calibri"/>
                <a:ea typeface="Calibri"/>
                <a:cs typeface="Calibri"/>
                <a:sym typeface="Calibri"/>
              </a:defRPr>
            </a:lvl2pPr>
            <a:lvl3pPr marL="1371600" marR="0" lvl="2" indent="-228600" algn="l">
              <a:lnSpc>
                <a:spcPct val="100000"/>
              </a:lnSpc>
              <a:spcBef>
                <a:spcPts val="200"/>
              </a:spcBef>
              <a:spcAft>
                <a:spcPts val="0"/>
              </a:spcAft>
              <a:buClr>
                <a:schemeClr val="dk1"/>
              </a:buClr>
              <a:buSzPts val="2400"/>
              <a:buFont typeface="Arial"/>
              <a:buNone/>
              <a:defRPr sz="1000" b="0" i="0" u="none" strike="noStrike" cap="none">
                <a:solidFill>
                  <a:schemeClr val="dk1"/>
                </a:solidFill>
                <a:latin typeface="Calibri"/>
                <a:ea typeface="Calibri"/>
                <a:cs typeface="Calibri"/>
                <a:sym typeface="Calibri"/>
              </a:defRPr>
            </a:lvl3pPr>
            <a:lvl4pPr marL="1828800" marR="0" lvl="3"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4pPr>
            <a:lvl5pPr marL="2286000" marR="0" lvl="4"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5pPr>
            <a:lvl6pPr marL="2743200" marR="0" lvl="5"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66" name="Google Shape;266;p43"/>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267" name="Google Shape;267;p43"/>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268" name="Google Shape;268;p43"/>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76"/>
        <p:cNvGrpSpPr/>
        <p:nvPr/>
      </p:nvGrpSpPr>
      <p:grpSpPr>
        <a:xfrm>
          <a:off x="0" y="0"/>
          <a:ext cx="0" cy="0"/>
          <a:chOff x="0" y="0"/>
          <a:chExt cx="0" cy="0"/>
        </a:xfrm>
      </p:grpSpPr>
      <p:sp>
        <p:nvSpPr>
          <p:cNvPr id="277" name="Google Shape;277;p45"/>
          <p:cNvSpPr txBox="1">
            <a:spLocks noGrp="1"/>
          </p:cNvSpPr>
          <p:nvPr>
            <p:ph type="title"/>
          </p:nvPr>
        </p:nvSpPr>
        <p:spPr>
          <a:xfrm>
            <a:off x="609600" y="274637"/>
            <a:ext cx="10972800" cy="11430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278" name="Google Shape;278;p45"/>
          <p:cNvSpPr txBox="1">
            <a:spLocks noGrp="1"/>
          </p:cNvSpPr>
          <p:nvPr>
            <p:ph type="body" idx="1"/>
          </p:nvPr>
        </p:nvSpPr>
        <p:spPr>
          <a:xfrm rot="5400000">
            <a:off x="3078692" y="-251619"/>
            <a:ext cx="6034616" cy="8229600"/>
          </a:xfrm>
          <a:prstGeom prst="rect">
            <a:avLst/>
          </a:prstGeom>
          <a:noFill/>
          <a:ln>
            <a:noFill/>
          </a:ln>
        </p:spPr>
        <p:txBody>
          <a:bodyPr spcFirstLastPara="1" wrap="square" lIns="91425" tIns="91425" rIns="91425" bIns="91425" anchor="t" anchorCtr="0">
            <a:noAutofit/>
          </a:bodyPr>
          <a:lstStyle>
            <a:lvl1pPr marL="457200" marR="0" lvl="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79" name="Google Shape;279;p45"/>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280" name="Google Shape;280;p45"/>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281" name="Google Shape;281;p45"/>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89"/>
        <p:cNvGrpSpPr/>
        <p:nvPr/>
      </p:nvGrpSpPr>
      <p:grpSpPr>
        <a:xfrm>
          <a:off x="0" y="0"/>
          <a:ext cx="0" cy="0"/>
          <a:chOff x="0" y="0"/>
          <a:chExt cx="0" cy="0"/>
        </a:xfrm>
      </p:grpSpPr>
      <p:sp>
        <p:nvSpPr>
          <p:cNvPr id="290" name="Google Shape;290;p47"/>
          <p:cNvSpPr txBox="1">
            <a:spLocks noGrp="1"/>
          </p:cNvSpPr>
          <p:nvPr>
            <p:ph type="title"/>
          </p:nvPr>
        </p:nvSpPr>
        <p:spPr>
          <a:xfrm rot="5400000">
            <a:off x="6309783" y="2171700"/>
            <a:ext cx="7802033" cy="2057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a:lnSpc>
                <a:spcPct val="10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291" name="Google Shape;291;p47"/>
          <p:cNvSpPr txBox="1">
            <a:spLocks noGrp="1"/>
          </p:cNvSpPr>
          <p:nvPr>
            <p:ph type="body" idx="1"/>
          </p:nvPr>
        </p:nvSpPr>
        <p:spPr>
          <a:xfrm rot="5400000">
            <a:off x="721784" y="190501"/>
            <a:ext cx="7802033" cy="6019800"/>
          </a:xfrm>
          <a:prstGeom prst="rect">
            <a:avLst/>
          </a:prstGeom>
          <a:noFill/>
          <a:ln>
            <a:noFill/>
          </a:ln>
        </p:spPr>
        <p:txBody>
          <a:bodyPr spcFirstLastPara="1" wrap="square" lIns="91425" tIns="91425" rIns="91425" bIns="91425" anchor="t" anchorCtr="0">
            <a:noAutofit/>
          </a:bodyPr>
          <a:lstStyle>
            <a:lvl1pPr marL="457200" marR="0" lvl="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92" name="Google Shape;292;p47"/>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293" name="Google Shape;293;p47"/>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294" name="Google Shape;294;p47"/>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4.xml"/><Relationship Id="rId1" Type="http://schemas.openxmlformats.org/officeDocument/2006/relationships/slideLayout" Target="../slideLayouts/slideLayout5.xml"/><Relationship Id="rId4" Type="http://schemas.openxmlformats.org/officeDocument/2006/relationships/image" Target="../media/image2.jp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5.xml"/><Relationship Id="rId1" Type="http://schemas.openxmlformats.org/officeDocument/2006/relationships/slideLayout" Target="../slideLayouts/slideLayout6.xml"/><Relationship Id="rId4" Type="http://schemas.openxmlformats.org/officeDocument/2006/relationships/image" Target="../media/image2.jp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6.xml"/><Relationship Id="rId1" Type="http://schemas.openxmlformats.org/officeDocument/2006/relationships/slideLayout" Target="../slideLayouts/slideLayout7.xml"/><Relationship Id="rId4" Type="http://schemas.openxmlformats.org/officeDocument/2006/relationships/image" Target="../media/image2.jp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7.xml"/><Relationship Id="rId1" Type="http://schemas.openxmlformats.org/officeDocument/2006/relationships/slideLayout" Target="../slideLayouts/slideLayout8.xml"/><Relationship Id="rId4" Type="http://schemas.openxmlformats.org/officeDocument/2006/relationships/image" Target="../media/image2.jp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8.xml"/><Relationship Id="rId1" Type="http://schemas.openxmlformats.org/officeDocument/2006/relationships/slideLayout" Target="../slideLayouts/slideLayout9.xml"/><Relationship Id="rId4" Type="http://schemas.openxmlformats.org/officeDocument/2006/relationships/image" Target="../media/image2.jp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9.xml"/><Relationship Id="rId1" Type="http://schemas.openxmlformats.org/officeDocument/2006/relationships/slideLayout" Target="../slideLayouts/slideLayout10.xml"/><Relationship Id="rId4" Type="http://schemas.openxmlformats.org/officeDocument/2006/relationships/image" Target="../media/image2.jp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0.xml"/><Relationship Id="rId1" Type="http://schemas.openxmlformats.org/officeDocument/2006/relationships/slideLayout" Target="../slideLayouts/slideLayout11.xml"/><Relationship Id="rId4" Type="http://schemas.openxmlformats.org/officeDocument/2006/relationships/image" Target="../media/image2.jpg"/></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11.xml"/><Relationship Id="rId1" Type="http://schemas.openxmlformats.org/officeDocument/2006/relationships/slideLayout" Target="../slideLayouts/slideLayout12.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12.xml"/><Relationship Id="rId1" Type="http://schemas.openxmlformats.org/officeDocument/2006/relationships/slideLayout" Target="../slideLayouts/slideLayout13.xml"/><Relationship Id="rId4" Type="http://schemas.openxmlformats.org/officeDocument/2006/relationships/image" Target="../media/image3.jpg"/></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13.xml"/><Relationship Id="rId1" Type="http://schemas.openxmlformats.org/officeDocument/2006/relationships/slideLayout" Target="../slideLayouts/slideLayout14.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14.xml"/><Relationship Id="rId1" Type="http://schemas.openxmlformats.org/officeDocument/2006/relationships/slideLayout" Target="../slideLayouts/slideLayout15.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15.xml"/><Relationship Id="rId1" Type="http://schemas.openxmlformats.org/officeDocument/2006/relationships/slideLayout" Target="../slideLayouts/slideLayout16.xml"/></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16.xml"/><Relationship Id="rId1" Type="http://schemas.openxmlformats.org/officeDocument/2006/relationships/slideLayout" Target="../slideLayouts/slideLayout17.xml"/></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17.xml"/><Relationship Id="rId1" Type="http://schemas.openxmlformats.org/officeDocument/2006/relationships/slideLayout" Target="../slideLayouts/slideLayout18.xml"/></Relationships>
</file>

<file path=ppt/slideMasters/_rels/slideMaster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18.xml"/><Relationship Id="rId1" Type="http://schemas.openxmlformats.org/officeDocument/2006/relationships/slideLayout" Target="../slideLayouts/slideLayout19.xml"/></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19.xml"/><Relationship Id="rId1" Type="http://schemas.openxmlformats.org/officeDocument/2006/relationships/slideLayout" Target="../slideLayouts/slideLayout20.xml"/></Relationships>
</file>

<file path=ppt/slideMasters/_rels/slideMaster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20.xml"/><Relationship Id="rId1" Type="http://schemas.openxmlformats.org/officeDocument/2006/relationships/slideLayout" Target="../slideLayouts/slideLayout21.xml"/></Relationships>
</file>

<file path=ppt/slideMasters/_rels/slideMaster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21.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6">
            <a:alphaModFix/>
          </a:blip>
          <a:stretch>
            <a:fillRect/>
          </a:stretch>
        </a:blipFill>
        <a:effectLst/>
      </p:bgPr>
    </p:bg>
    <p:spTree>
      <p:nvGrpSpPr>
        <p:cNvPr id="1" name="Shape 9"/>
        <p:cNvGrpSpPr/>
        <p:nvPr/>
      </p:nvGrpSpPr>
      <p:grpSpPr>
        <a:xfrm>
          <a:off x="0" y="0"/>
          <a:ext cx="0" cy="0"/>
          <a:chOff x="0" y="0"/>
          <a:chExt cx="0" cy="0"/>
        </a:xfrm>
      </p:grpSpPr>
      <p:pic>
        <p:nvPicPr>
          <p:cNvPr id="10" name="Google Shape;10;p5" descr="texila 2.jpg"/>
          <p:cNvPicPr preferRelativeResize="0"/>
          <p:nvPr/>
        </p:nvPicPr>
        <p:blipFill rotWithShape="1">
          <a:blip r:embed="rId7">
            <a:alphaModFix/>
          </a:blip>
          <a:srcRect/>
          <a:stretch/>
        </p:blipFill>
        <p:spPr>
          <a:xfrm>
            <a:off x="9347200" y="228600"/>
            <a:ext cx="2540000" cy="990600"/>
          </a:xfrm>
          <a:prstGeom prst="rect">
            <a:avLst/>
          </a:prstGeom>
          <a:noFill/>
          <a:ln>
            <a:noFill/>
          </a:ln>
        </p:spPr>
      </p:pic>
      <p:sp>
        <p:nvSpPr>
          <p:cNvPr id="11" name="Google Shape;11;p5"/>
          <p:cNvSpPr txBox="1">
            <a:spLocks noGrp="1"/>
          </p:cNvSpPr>
          <p:nvPr>
            <p:ph type="title"/>
          </p:nvPr>
        </p:nvSpPr>
        <p:spPr>
          <a:xfrm>
            <a:off x="205316" y="120650"/>
            <a:ext cx="8839200" cy="8382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9pPr>
          </a:lstStyle>
          <a:p>
            <a:endParaRPr/>
          </a:p>
        </p:txBody>
      </p:sp>
      <p:sp>
        <p:nvSpPr>
          <p:cNvPr id="12" name="Google Shape;12;p5"/>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 name="Google Shape;13;p5"/>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14" name="Google Shape;14;p5"/>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15" name="Google Shape;15;p5"/>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0" marR="0" lvl="1"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2">
            <a:alphaModFix/>
          </a:blip>
          <a:stretch>
            <a:fillRect/>
          </a:stretch>
        </a:blipFill>
        <a:effectLst/>
      </p:bgPr>
    </p:bg>
    <p:spTree>
      <p:nvGrpSpPr>
        <p:cNvPr id="1" name="Shape 39"/>
        <p:cNvGrpSpPr/>
        <p:nvPr/>
      </p:nvGrpSpPr>
      <p:grpSpPr>
        <a:xfrm>
          <a:off x="0" y="0"/>
          <a:ext cx="0" cy="0"/>
          <a:chOff x="0" y="0"/>
          <a:chExt cx="0" cy="0"/>
        </a:xfrm>
      </p:grpSpPr>
      <p:sp>
        <p:nvSpPr>
          <p:cNvPr id="40" name="Google Shape;40;p10"/>
          <p:cNvSpPr txBox="1">
            <a:spLocks noGrp="1"/>
          </p:cNvSpPr>
          <p:nvPr>
            <p:ph type="title"/>
          </p:nvPr>
        </p:nvSpPr>
        <p:spPr>
          <a:xfrm>
            <a:off x="205316" y="120650"/>
            <a:ext cx="8839200" cy="8382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9pPr>
          </a:lstStyle>
          <a:p>
            <a:endParaRPr/>
          </a:p>
        </p:txBody>
      </p:sp>
      <p:sp>
        <p:nvSpPr>
          <p:cNvPr id="41" name="Google Shape;41;p10"/>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2" name="Google Shape;42;p10"/>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43" name="Google Shape;43;p10"/>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44" name="Google Shape;44;p10"/>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0" marR="0" lvl="1"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400">
              <a:solidFill>
                <a:srgbClr val="000000"/>
              </a:solidFill>
            </a:endParaRPr>
          </a:p>
        </p:txBody>
      </p:sp>
      <p:sp>
        <p:nvSpPr>
          <p:cNvPr id="45" name="Google Shape;45;p10"/>
          <p:cNvSpPr txBox="1"/>
          <p:nvPr/>
        </p:nvSpPr>
        <p:spPr>
          <a:xfrm rot="-5400000">
            <a:off x="11186583" y="5624512"/>
            <a:ext cx="1712383" cy="246062"/>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A6A6A6"/>
              </a:buClr>
              <a:buSzPts val="1335"/>
              <a:buFont typeface="Arial"/>
              <a:buNone/>
            </a:pPr>
            <a:r>
              <a:rPr lang="en-US" sz="1335" b="0" i="0" u="none" strike="noStrike" cap="none">
                <a:solidFill>
                  <a:srgbClr val="A6A6A6"/>
                </a:solidFill>
                <a:latin typeface="Arial"/>
                <a:ea typeface="Arial"/>
                <a:cs typeface="Arial"/>
                <a:sym typeface="Arial"/>
              </a:rPr>
              <a:t>Copyright 2013-2014</a:t>
            </a:r>
            <a:endParaRPr sz="1335" b="0" i="0" u="none" strike="noStrike" cap="none">
              <a:solidFill>
                <a:srgbClr val="A6A6A6"/>
              </a:solidFill>
              <a:latin typeface="Arial"/>
              <a:ea typeface="Arial"/>
              <a:cs typeface="Arial"/>
              <a:sym typeface="Arial"/>
            </a:endParaRPr>
          </a:p>
        </p:txBody>
      </p:sp>
      <p:pic>
        <p:nvPicPr>
          <p:cNvPr id="46" name="Google Shape;46;p10" descr="texila 2.jpg"/>
          <p:cNvPicPr preferRelativeResize="0"/>
          <p:nvPr/>
        </p:nvPicPr>
        <p:blipFill rotWithShape="1">
          <a:blip r:embed="rId3">
            <a:alphaModFix/>
          </a:blip>
          <a:srcRect/>
          <a:stretch/>
        </p:blipFill>
        <p:spPr>
          <a:xfrm>
            <a:off x="9347200" y="228600"/>
            <a:ext cx="2540000" cy="990600"/>
          </a:xfrm>
          <a:prstGeom prst="rect">
            <a:avLst/>
          </a:prstGeom>
          <a:noFill/>
          <a:ln>
            <a:noFill/>
          </a:ln>
        </p:spPr>
      </p:pic>
    </p:spTree>
  </p:cSld>
  <p:clrMap bg1="lt1" tx1="dk1" bg2="dk2" tx2="lt2" accent1="accent1" accent2="accent2" accent3="accent3" accent4="accent4" accent5="accent5" accent6="accent6" hlink="hlink" folHlink="folHlink"/>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
        <p:cNvGrpSpPr/>
        <p:nvPr/>
      </p:nvGrpSpPr>
      <p:grpSpPr>
        <a:xfrm>
          <a:off x="0" y="0"/>
          <a:ext cx="0" cy="0"/>
          <a:chOff x="0" y="0"/>
          <a:chExt cx="0" cy="0"/>
        </a:xfrm>
      </p:grpSpPr>
      <p:sp>
        <p:nvSpPr>
          <p:cNvPr id="48" name="Google Shape;48;p11"/>
          <p:cNvSpPr txBox="1">
            <a:spLocks noGrp="1"/>
          </p:cNvSpPr>
          <p:nvPr>
            <p:ph type="title"/>
          </p:nvPr>
        </p:nvSpPr>
        <p:spPr>
          <a:xfrm>
            <a:off x="609600" y="274637"/>
            <a:ext cx="10972800" cy="11430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49" name="Google Shape;49;p11"/>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0" name="Google Shape;50;p11"/>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51" name="Google Shape;51;p11"/>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52" name="Google Shape;52;p11"/>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pic>
        <p:nvPicPr>
          <p:cNvPr id="54" name="Google Shape;54;p12" descr="texila 2.jpg"/>
          <p:cNvPicPr preferRelativeResize="0"/>
          <p:nvPr/>
        </p:nvPicPr>
        <p:blipFill rotWithShape="1">
          <a:blip r:embed="rId4">
            <a:alphaModFix/>
          </a:blip>
          <a:srcRect/>
          <a:stretch/>
        </p:blipFill>
        <p:spPr>
          <a:xfrm>
            <a:off x="9347200" y="228600"/>
            <a:ext cx="2540000" cy="990600"/>
          </a:xfrm>
          <a:prstGeom prst="rect">
            <a:avLst/>
          </a:prstGeom>
          <a:noFill/>
          <a:ln>
            <a:noFill/>
          </a:ln>
        </p:spPr>
      </p:pic>
      <p:sp>
        <p:nvSpPr>
          <p:cNvPr id="55" name="Google Shape;55;p12"/>
          <p:cNvSpPr txBox="1">
            <a:spLocks noGrp="1"/>
          </p:cNvSpPr>
          <p:nvPr>
            <p:ph type="title"/>
          </p:nvPr>
        </p:nvSpPr>
        <p:spPr>
          <a:xfrm>
            <a:off x="205316" y="120650"/>
            <a:ext cx="8839200" cy="8382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9pPr>
          </a:lstStyle>
          <a:p>
            <a:endParaRPr/>
          </a:p>
        </p:txBody>
      </p:sp>
      <p:sp>
        <p:nvSpPr>
          <p:cNvPr id="56" name="Google Shape;56;p12"/>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7" name="Google Shape;57;p12"/>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58" name="Google Shape;58;p12"/>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59" name="Google Shape;59;p12"/>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0" marR="0" lvl="1"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6"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6"/>
        <p:cNvGrpSpPr/>
        <p:nvPr/>
      </p:nvGrpSpPr>
      <p:grpSpPr>
        <a:xfrm>
          <a:off x="0" y="0"/>
          <a:ext cx="0" cy="0"/>
          <a:chOff x="0" y="0"/>
          <a:chExt cx="0" cy="0"/>
        </a:xfrm>
      </p:grpSpPr>
      <p:pic>
        <p:nvPicPr>
          <p:cNvPr id="67" name="Google Shape;67;p14" descr="texila 2.jpg"/>
          <p:cNvPicPr preferRelativeResize="0"/>
          <p:nvPr/>
        </p:nvPicPr>
        <p:blipFill rotWithShape="1">
          <a:blip r:embed="rId4">
            <a:alphaModFix/>
          </a:blip>
          <a:srcRect/>
          <a:stretch/>
        </p:blipFill>
        <p:spPr>
          <a:xfrm>
            <a:off x="9347200" y="228600"/>
            <a:ext cx="2540000" cy="990600"/>
          </a:xfrm>
          <a:prstGeom prst="rect">
            <a:avLst/>
          </a:prstGeom>
          <a:noFill/>
          <a:ln>
            <a:noFill/>
          </a:ln>
        </p:spPr>
      </p:pic>
      <p:sp>
        <p:nvSpPr>
          <p:cNvPr id="68" name="Google Shape;68;p14"/>
          <p:cNvSpPr txBox="1">
            <a:spLocks noGrp="1"/>
          </p:cNvSpPr>
          <p:nvPr>
            <p:ph type="title"/>
          </p:nvPr>
        </p:nvSpPr>
        <p:spPr>
          <a:xfrm>
            <a:off x="205316" y="120650"/>
            <a:ext cx="8839200" cy="8382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9pPr>
          </a:lstStyle>
          <a:p>
            <a:endParaRPr/>
          </a:p>
        </p:txBody>
      </p:sp>
      <p:sp>
        <p:nvSpPr>
          <p:cNvPr id="69" name="Google Shape;69;p14"/>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0" name="Google Shape;70;p14"/>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71" name="Google Shape;71;p14"/>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72" name="Google Shape;72;p14"/>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0" marR="0" lvl="1"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2"/>
        <p:cNvGrpSpPr/>
        <p:nvPr/>
      </p:nvGrpSpPr>
      <p:grpSpPr>
        <a:xfrm>
          <a:off x="0" y="0"/>
          <a:ext cx="0" cy="0"/>
          <a:chOff x="0" y="0"/>
          <a:chExt cx="0" cy="0"/>
        </a:xfrm>
      </p:grpSpPr>
      <p:pic>
        <p:nvPicPr>
          <p:cNvPr id="83" name="Google Shape;83;p16" descr="texila 2.jpg"/>
          <p:cNvPicPr preferRelativeResize="0"/>
          <p:nvPr/>
        </p:nvPicPr>
        <p:blipFill rotWithShape="1">
          <a:blip r:embed="rId4">
            <a:alphaModFix/>
          </a:blip>
          <a:srcRect/>
          <a:stretch/>
        </p:blipFill>
        <p:spPr>
          <a:xfrm>
            <a:off x="9347200" y="228600"/>
            <a:ext cx="2540000" cy="990600"/>
          </a:xfrm>
          <a:prstGeom prst="rect">
            <a:avLst/>
          </a:prstGeom>
          <a:noFill/>
          <a:ln>
            <a:noFill/>
          </a:ln>
        </p:spPr>
      </p:pic>
      <p:sp>
        <p:nvSpPr>
          <p:cNvPr id="84" name="Google Shape;84;p16"/>
          <p:cNvSpPr txBox="1">
            <a:spLocks noGrp="1"/>
          </p:cNvSpPr>
          <p:nvPr>
            <p:ph type="title"/>
          </p:nvPr>
        </p:nvSpPr>
        <p:spPr>
          <a:xfrm>
            <a:off x="205316" y="120650"/>
            <a:ext cx="8839200" cy="8382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9pPr>
          </a:lstStyle>
          <a:p>
            <a:endParaRPr/>
          </a:p>
        </p:txBody>
      </p:sp>
      <p:sp>
        <p:nvSpPr>
          <p:cNvPr id="85" name="Google Shape;85;p16"/>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6" name="Google Shape;86;p16"/>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87" name="Google Shape;87;p16"/>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88" name="Google Shape;88;p16"/>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0" marR="0" lvl="1"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6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4"/>
        <p:cNvGrpSpPr/>
        <p:nvPr/>
      </p:nvGrpSpPr>
      <p:grpSpPr>
        <a:xfrm>
          <a:off x="0" y="0"/>
          <a:ext cx="0" cy="0"/>
          <a:chOff x="0" y="0"/>
          <a:chExt cx="0" cy="0"/>
        </a:xfrm>
      </p:grpSpPr>
      <p:pic>
        <p:nvPicPr>
          <p:cNvPr id="95" name="Google Shape;95;p18" descr="texila 2.jpg"/>
          <p:cNvPicPr preferRelativeResize="0"/>
          <p:nvPr/>
        </p:nvPicPr>
        <p:blipFill rotWithShape="1">
          <a:blip r:embed="rId4">
            <a:alphaModFix/>
          </a:blip>
          <a:srcRect/>
          <a:stretch/>
        </p:blipFill>
        <p:spPr>
          <a:xfrm>
            <a:off x="9347200" y="228600"/>
            <a:ext cx="2540000" cy="990600"/>
          </a:xfrm>
          <a:prstGeom prst="rect">
            <a:avLst/>
          </a:prstGeom>
          <a:noFill/>
          <a:ln>
            <a:noFill/>
          </a:ln>
        </p:spPr>
      </p:pic>
      <p:sp>
        <p:nvSpPr>
          <p:cNvPr id="96" name="Google Shape;96;p18"/>
          <p:cNvSpPr txBox="1">
            <a:spLocks noGrp="1"/>
          </p:cNvSpPr>
          <p:nvPr>
            <p:ph type="title"/>
          </p:nvPr>
        </p:nvSpPr>
        <p:spPr>
          <a:xfrm>
            <a:off x="205316" y="120650"/>
            <a:ext cx="8839200" cy="8382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9pPr>
          </a:lstStyle>
          <a:p>
            <a:endParaRPr/>
          </a:p>
        </p:txBody>
      </p:sp>
      <p:sp>
        <p:nvSpPr>
          <p:cNvPr id="97" name="Google Shape;97;p18"/>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8" name="Google Shape;98;p18"/>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99" name="Google Shape;99;p18"/>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100" name="Google Shape;100;p18"/>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0" marR="0" lvl="1"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6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8"/>
        <p:cNvGrpSpPr/>
        <p:nvPr/>
      </p:nvGrpSpPr>
      <p:grpSpPr>
        <a:xfrm>
          <a:off x="0" y="0"/>
          <a:ext cx="0" cy="0"/>
          <a:chOff x="0" y="0"/>
          <a:chExt cx="0" cy="0"/>
        </a:xfrm>
      </p:grpSpPr>
      <p:pic>
        <p:nvPicPr>
          <p:cNvPr id="109" name="Google Shape;109;p20" descr="texila 2.jpg"/>
          <p:cNvPicPr preferRelativeResize="0"/>
          <p:nvPr/>
        </p:nvPicPr>
        <p:blipFill rotWithShape="1">
          <a:blip r:embed="rId4">
            <a:alphaModFix/>
          </a:blip>
          <a:srcRect/>
          <a:stretch/>
        </p:blipFill>
        <p:spPr>
          <a:xfrm>
            <a:off x="9347200" y="228600"/>
            <a:ext cx="2540000" cy="990600"/>
          </a:xfrm>
          <a:prstGeom prst="rect">
            <a:avLst/>
          </a:prstGeom>
          <a:noFill/>
          <a:ln>
            <a:noFill/>
          </a:ln>
        </p:spPr>
      </p:pic>
      <p:sp>
        <p:nvSpPr>
          <p:cNvPr id="110" name="Google Shape;110;p20"/>
          <p:cNvSpPr txBox="1">
            <a:spLocks noGrp="1"/>
          </p:cNvSpPr>
          <p:nvPr>
            <p:ph type="title"/>
          </p:nvPr>
        </p:nvSpPr>
        <p:spPr>
          <a:xfrm>
            <a:off x="205316" y="120650"/>
            <a:ext cx="8839200" cy="8382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9pPr>
          </a:lstStyle>
          <a:p>
            <a:endParaRPr/>
          </a:p>
        </p:txBody>
      </p:sp>
      <p:sp>
        <p:nvSpPr>
          <p:cNvPr id="111" name="Google Shape;111;p20"/>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12" name="Google Shape;112;p20"/>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113" name="Google Shape;113;p20"/>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114" name="Google Shape;114;p20"/>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0" marR="0" lvl="1"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6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2"/>
        <p:cNvGrpSpPr/>
        <p:nvPr/>
      </p:nvGrpSpPr>
      <p:grpSpPr>
        <a:xfrm>
          <a:off x="0" y="0"/>
          <a:ext cx="0" cy="0"/>
          <a:chOff x="0" y="0"/>
          <a:chExt cx="0" cy="0"/>
        </a:xfrm>
      </p:grpSpPr>
      <p:pic>
        <p:nvPicPr>
          <p:cNvPr id="123" name="Google Shape;123;p22" descr="texila 2.jpg"/>
          <p:cNvPicPr preferRelativeResize="0"/>
          <p:nvPr/>
        </p:nvPicPr>
        <p:blipFill rotWithShape="1">
          <a:blip r:embed="rId4">
            <a:alphaModFix/>
          </a:blip>
          <a:srcRect/>
          <a:stretch/>
        </p:blipFill>
        <p:spPr>
          <a:xfrm>
            <a:off x="9347200" y="228600"/>
            <a:ext cx="2540000" cy="990600"/>
          </a:xfrm>
          <a:prstGeom prst="rect">
            <a:avLst/>
          </a:prstGeom>
          <a:noFill/>
          <a:ln>
            <a:noFill/>
          </a:ln>
        </p:spPr>
      </p:pic>
      <p:sp>
        <p:nvSpPr>
          <p:cNvPr id="124" name="Google Shape;124;p22"/>
          <p:cNvSpPr txBox="1">
            <a:spLocks noGrp="1"/>
          </p:cNvSpPr>
          <p:nvPr>
            <p:ph type="title"/>
          </p:nvPr>
        </p:nvSpPr>
        <p:spPr>
          <a:xfrm>
            <a:off x="205316" y="120650"/>
            <a:ext cx="8839200" cy="8382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9pPr>
          </a:lstStyle>
          <a:p>
            <a:endParaRPr/>
          </a:p>
        </p:txBody>
      </p:sp>
      <p:sp>
        <p:nvSpPr>
          <p:cNvPr id="125" name="Google Shape;125;p22"/>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6" name="Google Shape;126;p22"/>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127" name="Google Shape;127;p22"/>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128" name="Google Shape;128;p22"/>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0" marR="0" lvl="1"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66"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5"/>
        <p:cNvGrpSpPr/>
        <p:nvPr/>
      </p:nvGrpSpPr>
      <p:grpSpPr>
        <a:xfrm>
          <a:off x="0" y="0"/>
          <a:ext cx="0" cy="0"/>
          <a:chOff x="0" y="0"/>
          <a:chExt cx="0" cy="0"/>
        </a:xfrm>
      </p:grpSpPr>
      <p:pic>
        <p:nvPicPr>
          <p:cNvPr id="136" name="Google Shape;136;p24" descr="texila 2.jpg"/>
          <p:cNvPicPr preferRelativeResize="0"/>
          <p:nvPr/>
        </p:nvPicPr>
        <p:blipFill rotWithShape="1">
          <a:blip r:embed="rId4">
            <a:alphaModFix/>
          </a:blip>
          <a:srcRect/>
          <a:stretch/>
        </p:blipFill>
        <p:spPr>
          <a:xfrm>
            <a:off x="9347200" y="228600"/>
            <a:ext cx="2540000" cy="990600"/>
          </a:xfrm>
          <a:prstGeom prst="rect">
            <a:avLst/>
          </a:prstGeom>
          <a:noFill/>
          <a:ln>
            <a:noFill/>
          </a:ln>
        </p:spPr>
      </p:pic>
      <p:sp>
        <p:nvSpPr>
          <p:cNvPr id="137" name="Google Shape;137;p24"/>
          <p:cNvSpPr txBox="1">
            <a:spLocks noGrp="1"/>
          </p:cNvSpPr>
          <p:nvPr>
            <p:ph type="title"/>
          </p:nvPr>
        </p:nvSpPr>
        <p:spPr>
          <a:xfrm>
            <a:off x="205316" y="120650"/>
            <a:ext cx="8839200" cy="8382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9pPr>
          </a:lstStyle>
          <a:p>
            <a:endParaRPr/>
          </a:p>
        </p:txBody>
      </p:sp>
      <p:sp>
        <p:nvSpPr>
          <p:cNvPr id="138" name="Google Shape;138;p24"/>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9" name="Google Shape;139;p24"/>
          <p:cNvSpPr txBox="1">
            <a:spLocks noGrp="1"/>
          </p:cNvSpPr>
          <p:nvPr>
            <p:ph type="dt" idx="10"/>
          </p:nvPr>
        </p:nvSpPr>
        <p:spPr>
          <a:xfrm>
            <a:off x="9495367" y="6650037"/>
            <a:ext cx="2540000" cy="192087"/>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140" name="Google Shape;140;p24"/>
          <p:cNvSpPr txBox="1">
            <a:spLocks noGrp="1"/>
          </p:cNvSpPr>
          <p:nvPr>
            <p:ph type="ftr" idx="11"/>
          </p:nvPr>
        </p:nvSpPr>
        <p:spPr>
          <a:xfrm>
            <a:off x="175683" y="6629400"/>
            <a:ext cx="2946400" cy="2286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141" name="Google Shape;141;p24"/>
          <p:cNvSpPr txBox="1">
            <a:spLocks noGrp="1"/>
          </p:cNvSpPr>
          <p:nvPr>
            <p:ph type="sldNum" idx="12"/>
          </p:nvPr>
        </p:nvSpPr>
        <p:spPr>
          <a:xfrm>
            <a:off x="5643033" y="6626225"/>
            <a:ext cx="914400" cy="24447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0" marR="0" lvl="1"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6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8"/>
        <p:cNvGrpSpPr/>
        <p:nvPr/>
      </p:nvGrpSpPr>
      <p:grpSpPr>
        <a:xfrm>
          <a:off x="0" y="0"/>
          <a:ext cx="0" cy="0"/>
          <a:chOff x="0" y="0"/>
          <a:chExt cx="0" cy="0"/>
        </a:xfrm>
      </p:grpSpPr>
      <p:pic>
        <p:nvPicPr>
          <p:cNvPr id="149" name="Google Shape;149;p26" descr="texila 2.jpg"/>
          <p:cNvPicPr preferRelativeResize="0"/>
          <p:nvPr/>
        </p:nvPicPr>
        <p:blipFill rotWithShape="1">
          <a:blip r:embed="rId3">
            <a:alphaModFix/>
          </a:blip>
          <a:srcRect/>
          <a:stretch/>
        </p:blipFill>
        <p:spPr>
          <a:xfrm>
            <a:off x="9347200" y="228600"/>
            <a:ext cx="2540000" cy="990600"/>
          </a:xfrm>
          <a:prstGeom prst="rect">
            <a:avLst/>
          </a:prstGeom>
          <a:noFill/>
          <a:ln>
            <a:noFill/>
          </a:ln>
        </p:spPr>
      </p:pic>
      <p:sp>
        <p:nvSpPr>
          <p:cNvPr id="150" name="Google Shape;150;p26"/>
          <p:cNvSpPr txBox="1">
            <a:spLocks noGrp="1"/>
          </p:cNvSpPr>
          <p:nvPr>
            <p:ph type="title"/>
          </p:nvPr>
        </p:nvSpPr>
        <p:spPr>
          <a:xfrm>
            <a:off x="609600" y="274637"/>
            <a:ext cx="10972800" cy="11430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151" name="Google Shape;151;p26"/>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52" name="Google Shape;152;p26"/>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153" name="Google Shape;153;p26"/>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154" name="Google Shape;154;p26"/>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7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1"/>
        <p:cNvGrpSpPr/>
        <p:nvPr/>
      </p:nvGrpSpPr>
      <p:grpSpPr>
        <a:xfrm>
          <a:off x="0" y="0"/>
          <a:ext cx="0" cy="0"/>
          <a:chOff x="0" y="0"/>
          <a:chExt cx="0" cy="0"/>
        </a:xfrm>
      </p:grpSpPr>
      <p:pic>
        <p:nvPicPr>
          <p:cNvPr id="162" name="Google Shape;162;p28" descr="texila 2.jpg"/>
          <p:cNvPicPr preferRelativeResize="0"/>
          <p:nvPr/>
        </p:nvPicPr>
        <p:blipFill rotWithShape="1">
          <a:blip r:embed="rId3">
            <a:alphaModFix/>
          </a:blip>
          <a:srcRect/>
          <a:stretch/>
        </p:blipFill>
        <p:spPr>
          <a:xfrm>
            <a:off x="9347200" y="228600"/>
            <a:ext cx="2540000" cy="990600"/>
          </a:xfrm>
          <a:prstGeom prst="rect">
            <a:avLst/>
          </a:prstGeom>
          <a:noFill/>
          <a:ln>
            <a:noFill/>
          </a:ln>
        </p:spPr>
      </p:pic>
      <p:pic>
        <p:nvPicPr>
          <p:cNvPr id="163" name="Google Shape;163;p28" descr="cropped.jpg"/>
          <p:cNvPicPr preferRelativeResize="0"/>
          <p:nvPr/>
        </p:nvPicPr>
        <p:blipFill rotWithShape="1">
          <a:blip r:embed="rId4">
            <a:alphaModFix/>
          </a:blip>
          <a:srcRect/>
          <a:stretch/>
        </p:blipFill>
        <p:spPr>
          <a:xfrm>
            <a:off x="10020300" y="6629400"/>
            <a:ext cx="2171700" cy="228600"/>
          </a:xfrm>
          <a:prstGeom prst="rect">
            <a:avLst/>
          </a:prstGeom>
          <a:noFill/>
          <a:ln>
            <a:noFill/>
          </a:ln>
        </p:spPr>
      </p:pic>
      <p:sp>
        <p:nvSpPr>
          <p:cNvPr id="164" name="Google Shape;164;p28"/>
          <p:cNvSpPr txBox="1">
            <a:spLocks noGrp="1"/>
          </p:cNvSpPr>
          <p:nvPr>
            <p:ph type="title"/>
          </p:nvPr>
        </p:nvSpPr>
        <p:spPr>
          <a:xfrm>
            <a:off x="609600" y="274637"/>
            <a:ext cx="10972800" cy="11430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165" name="Google Shape;165;p28"/>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6" name="Google Shape;166;p28"/>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167" name="Google Shape;167;p28"/>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168" name="Google Shape;168;p28"/>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7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5"/>
        <p:cNvGrpSpPr/>
        <p:nvPr/>
      </p:nvGrpSpPr>
      <p:grpSpPr>
        <a:xfrm>
          <a:off x="0" y="0"/>
          <a:ext cx="0" cy="0"/>
          <a:chOff x="0" y="0"/>
          <a:chExt cx="0" cy="0"/>
        </a:xfrm>
      </p:grpSpPr>
      <p:pic>
        <p:nvPicPr>
          <p:cNvPr id="176" name="Google Shape;176;p30" descr="texila 2.jpg"/>
          <p:cNvPicPr preferRelativeResize="0"/>
          <p:nvPr/>
        </p:nvPicPr>
        <p:blipFill rotWithShape="1">
          <a:blip r:embed="rId3">
            <a:alphaModFix/>
          </a:blip>
          <a:srcRect/>
          <a:stretch/>
        </p:blipFill>
        <p:spPr>
          <a:xfrm>
            <a:off x="9347200" y="228600"/>
            <a:ext cx="2540000" cy="990600"/>
          </a:xfrm>
          <a:prstGeom prst="rect">
            <a:avLst/>
          </a:prstGeom>
          <a:noFill/>
          <a:ln>
            <a:noFill/>
          </a:ln>
        </p:spPr>
      </p:pic>
      <p:sp>
        <p:nvSpPr>
          <p:cNvPr id="177" name="Google Shape;177;p30"/>
          <p:cNvSpPr txBox="1">
            <a:spLocks noGrp="1"/>
          </p:cNvSpPr>
          <p:nvPr>
            <p:ph type="title"/>
          </p:nvPr>
        </p:nvSpPr>
        <p:spPr>
          <a:xfrm>
            <a:off x="609600" y="274637"/>
            <a:ext cx="10972800" cy="11430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178" name="Google Shape;178;p30"/>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9" name="Google Shape;179;p30"/>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180" name="Google Shape;180;p30"/>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181" name="Google Shape;181;p30"/>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7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8"/>
        <p:cNvGrpSpPr/>
        <p:nvPr/>
      </p:nvGrpSpPr>
      <p:grpSpPr>
        <a:xfrm>
          <a:off x="0" y="0"/>
          <a:ext cx="0" cy="0"/>
          <a:chOff x="0" y="0"/>
          <a:chExt cx="0" cy="0"/>
        </a:xfrm>
      </p:grpSpPr>
      <p:pic>
        <p:nvPicPr>
          <p:cNvPr id="189" name="Google Shape;189;p32" descr="texila 2.jpg"/>
          <p:cNvPicPr preferRelativeResize="0"/>
          <p:nvPr/>
        </p:nvPicPr>
        <p:blipFill rotWithShape="1">
          <a:blip r:embed="rId3">
            <a:alphaModFix/>
          </a:blip>
          <a:srcRect/>
          <a:stretch/>
        </p:blipFill>
        <p:spPr>
          <a:xfrm>
            <a:off x="9347200" y="228600"/>
            <a:ext cx="2540000" cy="990600"/>
          </a:xfrm>
          <a:prstGeom prst="rect">
            <a:avLst/>
          </a:prstGeom>
          <a:noFill/>
          <a:ln>
            <a:noFill/>
          </a:ln>
        </p:spPr>
      </p:pic>
      <p:sp>
        <p:nvSpPr>
          <p:cNvPr id="190" name="Google Shape;190;p32"/>
          <p:cNvSpPr txBox="1">
            <a:spLocks noGrp="1"/>
          </p:cNvSpPr>
          <p:nvPr>
            <p:ph type="title"/>
          </p:nvPr>
        </p:nvSpPr>
        <p:spPr>
          <a:xfrm>
            <a:off x="609600" y="274637"/>
            <a:ext cx="10972800" cy="11430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191" name="Google Shape;191;p32"/>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2" name="Google Shape;192;p32"/>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193" name="Google Shape;193;p32"/>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194" name="Google Shape;194;p32"/>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76"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2"/>
        <p:cNvGrpSpPr/>
        <p:nvPr/>
      </p:nvGrpSpPr>
      <p:grpSpPr>
        <a:xfrm>
          <a:off x="0" y="0"/>
          <a:ext cx="0" cy="0"/>
          <a:chOff x="0" y="0"/>
          <a:chExt cx="0" cy="0"/>
        </a:xfrm>
      </p:grpSpPr>
      <p:pic>
        <p:nvPicPr>
          <p:cNvPr id="203" name="Google Shape;203;p34" descr="texila 2.jpg"/>
          <p:cNvPicPr preferRelativeResize="0"/>
          <p:nvPr/>
        </p:nvPicPr>
        <p:blipFill rotWithShape="1">
          <a:blip r:embed="rId3">
            <a:alphaModFix/>
          </a:blip>
          <a:srcRect/>
          <a:stretch/>
        </p:blipFill>
        <p:spPr>
          <a:xfrm>
            <a:off x="9347200" y="228600"/>
            <a:ext cx="2540000" cy="990600"/>
          </a:xfrm>
          <a:prstGeom prst="rect">
            <a:avLst/>
          </a:prstGeom>
          <a:noFill/>
          <a:ln>
            <a:noFill/>
          </a:ln>
        </p:spPr>
      </p:pic>
      <p:sp>
        <p:nvSpPr>
          <p:cNvPr id="204" name="Google Shape;204;p34"/>
          <p:cNvSpPr txBox="1">
            <a:spLocks noGrp="1"/>
          </p:cNvSpPr>
          <p:nvPr>
            <p:ph type="title"/>
          </p:nvPr>
        </p:nvSpPr>
        <p:spPr>
          <a:xfrm>
            <a:off x="609600" y="274637"/>
            <a:ext cx="10972800" cy="11430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205" name="Google Shape;205;p34"/>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06" name="Google Shape;206;p34"/>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207" name="Google Shape;207;p34"/>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208" name="Google Shape;208;p34"/>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7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8"/>
        <p:cNvGrpSpPr/>
        <p:nvPr/>
      </p:nvGrpSpPr>
      <p:grpSpPr>
        <a:xfrm>
          <a:off x="0" y="0"/>
          <a:ext cx="0" cy="0"/>
          <a:chOff x="0" y="0"/>
          <a:chExt cx="0" cy="0"/>
        </a:xfrm>
      </p:grpSpPr>
      <p:pic>
        <p:nvPicPr>
          <p:cNvPr id="219" name="Google Shape;219;p36" descr="texila 2.jpg"/>
          <p:cNvPicPr preferRelativeResize="0"/>
          <p:nvPr/>
        </p:nvPicPr>
        <p:blipFill rotWithShape="1">
          <a:blip r:embed="rId3">
            <a:alphaModFix/>
          </a:blip>
          <a:srcRect/>
          <a:stretch/>
        </p:blipFill>
        <p:spPr>
          <a:xfrm>
            <a:off x="9347200" y="228600"/>
            <a:ext cx="2540000" cy="990600"/>
          </a:xfrm>
          <a:prstGeom prst="rect">
            <a:avLst/>
          </a:prstGeom>
          <a:noFill/>
          <a:ln>
            <a:noFill/>
          </a:ln>
        </p:spPr>
      </p:pic>
      <p:sp>
        <p:nvSpPr>
          <p:cNvPr id="220" name="Google Shape;220;p36"/>
          <p:cNvSpPr txBox="1">
            <a:spLocks noGrp="1"/>
          </p:cNvSpPr>
          <p:nvPr>
            <p:ph type="title"/>
          </p:nvPr>
        </p:nvSpPr>
        <p:spPr>
          <a:xfrm>
            <a:off x="609600" y="274637"/>
            <a:ext cx="10972800" cy="11430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221" name="Google Shape;221;p36"/>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2" name="Google Shape;222;p36"/>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223" name="Google Shape;223;p36"/>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224" name="Google Shape;224;p36"/>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8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0"/>
        <p:cNvGrpSpPr/>
        <p:nvPr/>
      </p:nvGrpSpPr>
      <p:grpSpPr>
        <a:xfrm>
          <a:off x="0" y="0"/>
          <a:ext cx="0" cy="0"/>
          <a:chOff x="0" y="0"/>
          <a:chExt cx="0" cy="0"/>
        </a:xfrm>
      </p:grpSpPr>
      <p:pic>
        <p:nvPicPr>
          <p:cNvPr id="231" name="Google Shape;231;p38" descr="texila 2.jpg"/>
          <p:cNvPicPr preferRelativeResize="0"/>
          <p:nvPr/>
        </p:nvPicPr>
        <p:blipFill rotWithShape="1">
          <a:blip r:embed="rId3">
            <a:alphaModFix/>
          </a:blip>
          <a:srcRect/>
          <a:stretch/>
        </p:blipFill>
        <p:spPr>
          <a:xfrm>
            <a:off x="9347200" y="228600"/>
            <a:ext cx="2540000" cy="990600"/>
          </a:xfrm>
          <a:prstGeom prst="rect">
            <a:avLst/>
          </a:prstGeom>
          <a:noFill/>
          <a:ln>
            <a:noFill/>
          </a:ln>
        </p:spPr>
      </p:pic>
      <p:sp>
        <p:nvSpPr>
          <p:cNvPr id="232" name="Google Shape;232;p38"/>
          <p:cNvSpPr txBox="1">
            <a:spLocks noGrp="1"/>
          </p:cNvSpPr>
          <p:nvPr>
            <p:ph type="title"/>
          </p:nvPr>
        </p:nvSpPr>
        <p:spPr>
          <a:xfrm>
            <a:off x="609600" y="274637"/>
            <a:ext cx="10972800" cy="11430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233" name="Google Shape;233;p38"/>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34" name="Google Shape;234;p38"/>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235" name="Google Shape;235;p38"/>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236" name="Google Shape;236;p38"/>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8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1"/>
        <p:cNvGrpSpPr/>
        <p:nvPr/>
      </p:nvGrpSpPr>
      <p:grpSpPr>
        <a:xfrm>
          <a:off x="0" y="0"/>
          <a:ext cx="0" cy="0"/>
          <a:chOff x="0" y="0"/>
          <a:chExt cx="0" cy="0"/>
        </a:xfrm>
      </p:grpSpPr>
      <p:pic>
        <p:nvPicPr>
          <p:cNvPr id="242" name="Google Shape;242;p40" descr="texila 2.jpg"/>
          <p:cNvPicPr preferRelativeResize="0"/>
          <p:nvPr/>
        </p:nvPicPr>
        <p:blipFill rotWithShape="1">
          <a:blip r:embed="rId3">
            <a:alphaModFix/>
          </a:blip>
          <a:srcRect/>
          <a:stretch/>
        </p:blipFill>
        <p:spPr>
          <a:xfrm>
            <a:off x="9347200" y="228600"/>
            <a:ext cx="2540000" cy="990600"/>
          </a:xfrm>
          <a:prstGeom prst="rect">
            <a:avLst/>
          </a:prstGeom>
          <a:noFill/>
          <a:ln>
            <a:noFill/>
          </a:ln>
        </p:spPr>
      </p:pic>
      <p:sp>
        <p:nvSpPr>
          <p:cNvPr id="243" name="Google Shape;243;p40"/>
          <p:cNvSpPr txBox="1">
            <a:spLocks noGrp="1"/>
          </p:cNvSpPr>
          <p:nvPr>
            <p:ph type="title"/>
          </p:nvPr>
        </p:nvSpPr>
        <p:spPr>
          <a:xfrm>
            <a:off x="609600" y="274637"/>
            <a:ext cx="10972800" cy="11430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244" name="Google Shape;244;p40"/>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5" name="Google Shape;245;p40"/>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246" name="Google Shape;246;p40"/>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247" name="Google Shape;247;p40"/>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8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5"/>
        <p:cNvGrpSpPr/>
        <p:nvPr/>
      </p:nvGrpSpPr>
      <p:grpSpPr>
        <a:xfrm>
          <a:off x="0" y="0"/>
          <a:ext cx="0" cy="0"/>
          <a:chOff x="0" y="0"/>
          <a:chExt cx="0" cy="0"/>
        </a:xfrm>
      </p:grpSpPr>
      <p:pic>
        <p:nvPicPr>
          <p:cNvPr id="256" name="Google Shape;256;p42" descr="texila 2.jpg"/>
          <p:cNvPicPr preferRelativeResize="0"/>
          <p:nvPr/>
        </p:nvPicPr>
        <p:blipFill rotWithShape="1">
          <a:blip r:embed="rId3">
            <a:alphaModFix/>
          </a:blip>
          <a:srcRect/>
          <a:stretch/>
        </p:blipFill>
        <p:spPr>
          <a:xfrm>
            <a:off x="9347200" y="228600"/>
            <a:ext cx="2540000" cy="990600"/>
          </a:xfrm>
          <a:prstGeom prst="rect">
            <a:avLst/>
          </a:prstGeom>
          <a:noFill/>
          <a:ln>
            <a:noFill/>
          </a:ln>
        </p:spPr>
      </p:pic>
      <p:sp>
        <p:nvSpPr>
          <p:cNvPr id="257" name="Google Shape;257;p42"/>
          <p:cNvSpPr txBox="1">
            <a:spLocks noGrp="1"/>
          </p:cNvSpPr>
          <p:nvPr>
            <p:ph type="title"/>
          </p:nvPr>
        </p:nvSpPr>
        <p:spPr>
          <a:xfrm>
            <a:off x="609600" y="274637"/>
            <a:ext cx="10972800" cy="11430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258" name="Google Shape;258;p42"/>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9" name="Google Shape;259;p42"/>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260" name="Google Shape;260;p42"/>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261" name="Google Shape;261;p42"/>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86"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9"/>
        <p:cNvGrpSpPr/>
        <p:nvPr/>
      </p:nvGrpSpPr>
      <p:grpSpPr>
        <a:xfrm>
          <a:off x="0" y="0"/>
          <a:ext cx="0" cy="0"/>
          <a:chOff x="0" y="0"/>
          <a:chExt cx="0" cy="0"/>
        </a:xfrm>
      </p:grpSpPr>
      <p:pic>
        <p:nvPicPr>
          <p:cNvPr id="270" name="Google Shape;270;p44" descr="texila 2.jpg"/>
          <p:cNvPicPr preferRelativeResize="0"/>
          <p:nvPr/>
        </p:nvPicPr>
        <p:blipFill rotWithShape="1">
          <a:blip r:embed="rId3">
            <a:alphaModFix/>
          </a:blip>
          <a:srcRect/>
          <a:stretch/>
        </p:blipFill>
        <p:spPr>
          <a:xfrm>
            <a:off x="9347200" y="228600"/>
            <a:ext cx="2540000" cy="990600"/>
          </a:xfrm>
          <a:prstGeom prst="rect">
            <a:avLst/>
          </a:prstGeom>
          <a:noFill/>
          <a:ln>
            <a:noFill/>
          </a:ln>
        </p:spPr>
      </p:pic>
      <p:sp>
        <p:nvSpPr>
          <p:cNvPr id="271" name="Google Shape;271;p44"/>
          <p:cNvSpPr txBox="1">
            <a:spLocks noGrp="1"/>
          </p:cNvSpPr>
          <p:nvPr>
            <p:ph type="title"/>
          </p:nvPr>
        </p:nvSpPr>
        <p:spPr>
          <a:xfrm>
            <a:off x="609600" y="274637"/>
            <a:ext cx="10972800" cy="11430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272" name="Google Shape;272;p44"/>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73" name="Google Shape;273;p44"/>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274" name="Google Shape;274;p44"/>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275" name="Google Shape;275;p44"/>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8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2"/>
        <p:cNvGrpSpPr/>
        <p:nvPr/>
      </p:nvGrpSpPr>
      <p:grpSpPr>
        <a:xfrm>
          <a:off x="0" y="0"/>
          <a:ext cx="0" cy="0"/>
          <a:chOff x="0" y="0"/>
          <a:chExt cx="0" cy="0"/>
        </a:xfrm>
      </p:grpSpPr>
      <p:pic>
        <p:nvPicPr>
          <p:cNvPr id="283" name="Google Shape;283;p46" descr="texila 2.jpg"/>
          <p:cNvPicPr preferRelativeResize="0"/>
          <p:nvPr/>
        </p:nvPicPr>
        <p:blipFill rotWithShape="1">
          <a:blip r:embed="rId3">
            <a:alphaModFix/>
          </a:blip>
          <a:srcRect/>
          <a:stretch/>
        </p:blipFill>
        <p:spPr>
          <a:xfrm>
            <a:off x="9347200" y="228600"/>
            <a:ext cx="2540000" cy="990600"/>
          </a:xfrm>
          <a:prstGeom prst="rect">
            <a:avLst/>
          </a:prstGeom>
          <a:noFill/>
          <a:ln>
            <a:noFill/>
          </a:ln>
        </p:spPr>
      </p:pic>
      <p:sp>
        <p:nvSpPr>
          <p:cNvPr id="284" name="Google Shape;284;p46"/>
          <p:cNvSpPr txBox="1">
            <a:spLocks noGrp="1"/>
          </p:cNvSpPr>
          <p:nvPr>
            <p:ph type="title"/>
          </p:nvPr>
        </p:nvSpPr>
        <p:spPr>
          <a:xfrm>
            <a:off x="609600" y="274637"/>
            <a:ext cx="10972800" cy="11430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285" name="Google Shape;285;p46"/>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86" name="Google Shape;286;p46"/>
          <p:cNvSpPr txBox="1">
            <a:spLocks noGrp="1"/>
          </p:cNvSpPr>
          <p:nvPr>
            <p:ph type="dt" idx="10"/>
          </p:nvPr>
        </p:nvSpPr>
        <p:spPr>
          <a:xfrm>
            <a:off x="609600" y="6356350"/>
            <a:ext cx="2844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287" name="Google Shape;287;p46"/>
          <p:cNvSpPr txBox="1">
            <a:spLocks noGrp="1"/>
          </p:cNvSpPr>
          <p:nvPr>
            <p:ph type="ftr" idx="11"/>
          </p:nvPr>
        </p:nvSpPr>
        <p:spPr>
          <a:xfrm>
            <a:off x="4165600" y="6356350"/>
            <a:ext cx="38608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288" name="Google Shape;288;p46"/>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9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6.webp"/><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1"/>
          <p:cNvSpPr txBox="1">
            <a:spLocks noGrp="1"/>
          </p:cNvSpPr>
          <p:nvPr>
            <p:ph type="ctrTitle"/>
          </p:nvPr>
        </p:nvSpPr>
        <p:spPr>
          <a:xfrm>
            <a:off x="542925" y="1184910"/>
            <a:ext cx="10734675" cy="2854960"/>
          </a:xfrm>
          <a:prstGeom prst="rect">
            <a:avLst/>
          </a:prstGeom>
          <a:noFill/>
          <a:ln>
            <a:noFill/>
          </a:ln>
        </p:spPr>
        <p:txBody>
          <a:bodyPr spcFirstLastPara="1" wrap="square" lIns="91425" tIns="91425" rIns="91425" bIns="91425" anchor="ctr" anchorCtr="0">
            <a:noAutofit/>
          </a:bodyPr>
          <a:lstStyle/>
          <a:p>
            <a:pPr lvl="0"/>
            <a:r>
              <a:rPr lang="en-US" b="1" dirty="0"/>
              <a:t>INTRODUCTION TO ANATOMY AND PHYSIOLOGY</a:t>
            </a:r>
            <a:br>
              <a:rPr lang="en-US" b="1" dirty="0"/>
            </a:br>
            <a:r>
              <a:rPr lang="en-US" b="1" dirty="0"/>
              <a:t>( HPFP-II)</a:t>
            </a:r>
            <a:br>
              <a:rPr lang="en-US" b="1" dirty="0"/>
            </a:br>
            <a:r>
              <a:rPr lang="en-US" b="1" dirty="0"/>
              <a:t>SEPTEMBER 2025</a:t>
            </a:r>
            <a:endParaRPr b="1" dirty="0"/>
          </a:p>
        </p:txBody>
      </p:sp>
      <p:sp>
        <p:nvSpPr>
          <p:cNvPr id="300" name="Google Shape;300;p1"/>
          <p:cNvSpPr txBox="1">
            <a:spLocks noGrp="1"/>
          </p:cNvSpPr>
          <p:nvPr>
            <p:ph type="subTitle" idx="1"/>
          </p:nvPr>
        </p:nvSpPr>
        <p:spPr>
          <a:xfrm>
            <a:off x="542925" y="4097655"/>
            <a:ext cx="11177127" cy="2293313"/>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640"/>
              </a:spcBef>
              <a:spcAft>
                <a:spcPts val="0"/>
              </a:spcAft>
              <a:buClr>
                <a:srgbClr val="888888"/>
              </a:buClr>
              <a:buSzPts val="1400"/>
              <a:buFont typeface="Arial"/>
              <a:buNone/>
            </a:pPr>
            <a:r>
              <a:rPr lang="en-US" dirty="0"/>
              <a:t>DR.E.KUNDA</a:t>
            </a:r>
            <a:endParaRPr dirty="0"/>
          </a:p>
          <a:p>
            <a:pPr marL="0" marR="0" lvl="0" indent="0" algn="ctr" rtl="0">
              <a:lnSpc>
                <a:spcPct val="100000"/>
              </a:lnSpc>
              <a:spcBef>
                <a:spcPts val="640"/>
              </a:spcBef>
              <a:spcAft>
                <a:spcPts val="0"/>
              </a:spcAft>
              <a:buClr>
                <a:srgbClr val="888888"/>
              </a:buClr>
              <a:buSzPts val="1400"/>
              <a:buFont typeface="Arial"/>
              <a:buNone/>
            </a:pPr>
            <a:r>
              <a:rPr lang="en-US" dirty="0" smtClean="0"/>
              <a:t>-BSc </a:t>
            </a:r>
            <a:r>
              <a:rPr lang="en-US" dirty="0"/>
              <a:t>H.B (UNZA) </a:t>
            </a:r>
            <a:r>
              <a:rPr lang="en-US" dirty="0" err="1"/>
              <a:t>MBchB</a:t>
            </a:r>
            <a:r>
              <a:rPr lang="en-US" dirty="0"/>
              <a:t> ( UNZA), HPCZ</a:t>
            </a:r>
            <a:r>
              <a:rPr lang="en-US" dirty="0" smtClean="0"/>
              <a:t>.</a:t>
            </a:r>
          </a:p>
          <a:p>
            <a:pPr marL="0" marR="0" lvl="0" indent="0" algn="ctr" rtl="0">
              <a:lnSpc>
                <a:spcPct val="100000"/>
              </a:lnSpc>
              <a:spcBef>
                <a:spcPts val="640"/>
              </a:spcBef>
              <a:spcAft>
                <a:spcPts val="0"/>
              </a:spcAft>
              <a:buClr>
                <a:srgbClr val="888888"/>
              </a:buClr>
              <a:buSzPts val="1400"/>
              <a:buFont typeface="Arial"/>
              <a:buNone/>
            </a:pPr>
            <a:r>
              <a:rPr lang="en-US" dirty="0" smtClean="0"/>
              <a:t>-Certificate in Teaching Methodology , Project Management and Planning-UNZA And Seizure Management-ZLAE.</a:t>
            </a: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2">
                    <a:lumMod val="60000"/>
                    <a:lumOff val="40000"/>
                  </a:schemeClr>
                </a:solidFill>
              </a:rPr>
              <a:t>OBJECTIVES</a:t>
            </a:r>
            <a:r>
              <a:rPr lang="en-US" dirty="0" smtClean="0"/>
              <a:t> </a:t>
            </a:r>
            <a:endParaRPr lang="en-GB" dirty="0"/>
          </a:p>
        </p:txBody>
      </p:sp>
      <p:sp>
        <p:nvSpPr>
          <p:cNvPr id="3" name="Text Placeholder 2"/>
          <p:cNvSpPr>
            <a:spLocks noGrp="1"/>
          </p:cNvSpPr>
          <p:nvPr>
            <p:ph type="body" idx="1"/>
          </p:nvPr>
        </p:nvSpPr>
        <p:spPr/>
        <p:txBody>
          <a:bodyPr/>
          <a:lstStyle/>
          <a:p>
            <a:pPr marL="25400" indent="0">
              <a:buNone/>
            </a:pPr>
            <a:r>
              <a:rPr lang="en-US" dirty="0" smtClean="0"/>
              <a:t>1.Describe </a:t>
            </a:r>
            <a:r>
              <a:rPr lang="en-US" dirty="0"/>
              <a:t>the types of nerves.</a:t>
            </a:r>
          </a:p>
          <a:p>
            <a:pPr marL="25400" indent="0">
              <a:buNone/>
            </a:pPr>
            <a:r>
              <a:rPr lang="en-US" dirty="0" smtClean="0"/>
              <a:t>2.Explain </a:t>
            </a:r>
            <a:r>
              <a:rPr lang="en-US" dirty="0"/>
              <a:t>nerve impulses and transmission.</a:t>
            </a:r>
          </a:p>
          <a:p>
            <a:pPr marL="25400" indent="0">
              <a:buNone/>
            </a:pPr>
            <a:r>
              <a:rPr lang="en-US" dirty="0" smtClean="0"/>
              <a:t>3.Describe </a:t>
            </a:r>
            <a:r>
              <a:rPr lang="en-US" dirty="0"/>
              <a:t>the Central Nervous System (CNS).</a:t>
            </a:r>
          </a:p>
          <a:p>
            <a:pPr marL="25400" indent="0">
              <a:buNone/>
            </a:pPr>
            <a:r>
              <a:rPr lang="en-US" dirty="0" smtClean="0"/>
              <a:t>4.Describe </a:t>
            </a:r>
            <a:r>
              <a:rPr lang="en-US" dirty="0"/>
              <a:t>the Peripheral Nervous System (PNS).</a:t>
            </a:r>
          </a:p>
          <a:p>
            <a:pPr marL="25400" indent="0">
              <a:buNone/>
            </a:pPr>
            <a:r>
              <a:rPr lang="en-US" dirty="0" smtClean="0"/>
              <a:t>5.Explain functions </a:t>
            </a:r>
            <a:r>
              <a:rPr lang="en-US" dirty="0"/>
              <a:t>of sense organs.</a:t>
            </a:r>
          </a:p>
          <a:p>
            <a:pPr marL="25400" indent="0">
              <a:buNone/>
            </a:pPr>
            <a:endParaRPr lang="en-US" dirty="0"/>
          </a:p>
        </p:txBody>
      </p:sp>
    </p:spTree>
    <p:extLst>
      <p:ext uri="{BB962C8B-B14F-4D97-AF65-F5344CB8AC3E}">
        <p14:creationId xmlns:p14="http://schemas.microsoft.com/office/powerpoint/2010/main" val="19814202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GB" dirty="0"/>
          </a:p>
        </p:txBody>
      </p:sp>
      <p:sp>
        <p:nvSpPr>
          <p:cNvPr id="3" name="Text Placeholder 2"/>
          <p:cNvSpPr>
            <a:spLocks noGrp="1"/>
          </p:cNvSpPr>
          <p:nvPr>
            <p:ph type="body" idx="1"/>
          </p:nvPr>
        </p:nvSpPr>
        <p:spPr>
          <a:xfrm>
            <a:off x="304799" y="1089891"/>
            <a:ext cx="11554691" cy="5514109"/>
          </a:xfrm>
        </p:spPr>
        <p:txBody>
          <a:bodyPr/>
          <a:lstStyle/>
          <a:p>
            <a:r>
              <a:rPr lang="en-US" dirty="0" smtClean="0"/>
              <a:t>    The </a:t>
            </a:r>
            <a:r>
              <a:rPr lang="en-US" dirty="0"/>
              <a:t>nervous tissue its one of the four basic </a:t>
            </a:r>
            <a:r>
              <a:rPr lang="en-US" dirty="0" err="1" smtClean="0"/>
              <a:t>tissues.A</a:t>
            </a:r>
            <a:r>
              <a:rPr lang="en-US" dirty="0" smtClean="0"/>
              <a:t> </a:t>
            </a:r>
            <a:r>
              <a:rPr lang="en-US" dirty="0">
                <a:solidFill>
                  <a:schemeClr val="accent1"/>
                </a:solidFill>
              </a:rPr>
              <a:t>nerve</a:t>
            </a:r>
            <a:r>
              <a:rPr lang="en-US" dirty="0"/>
              <a:t> is a bundle of axons (nerve fibers) located outside the brain and spinal </a:t>
            </a:r>
            <a:r>
              <a:rPr lang="en-US" dirty="0" smtClean="0"/>
              <a:t>cord . The </a:t>
            </a:r>
            <a:r>
              <a:rPr lang="en-US" dirty="0"/>
              <a:t>excitable characteristic of nervous tissue allows for the generation of nerve impulses (action potentials) that provide communication with and regulation of most body tissues </a:t>
            </a:r>
            <a:r>
              <a:rPr lang="en-US" dirty="0" smtClean="0"/>
              <a:t>       The  </a:t>
            </a:r>
            <a:r>
              <a:rPr lang="en-US" dirty="0"/>
              <a:t>Nervous System has a  mass of only 2 kg , about 3% of the total body weight, the nervous system is one of the smallest and yet the most complex of the 11 body systems. This intricate network of billions of neurons and even more neuroglia is organized into two main subdivisions: the central nervous system and the peripheral nervous system.</a:t>
            </a:r>
            <a:endParaRPr lang="en-GB" dirty="0"/>
          </a:p>
        </p:txBody>
      </p:sp>
    </p:spTree>
    <p:extLst>
      <p:ext uri="{BB962C8B-B14F-4D97-AF65-F5344CB8AC3E}">
        <p14:creationId xmlns:p14="http://schemas.microsoft.com/office/powerpoint/2010/main" val="157718041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p:txBody>
          <a:bodyPr/>
          <a:lstStyle/>
          <a:p>
            <a:endParaRPr lang="en-GB"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255" y="1600200"/>
            <a:ext cx="10908145" cy="4525962"/>
          </a:xfrm>
          <a:prstGeom prst="rect">
            <a:avLst/>
          </a:prstGeom>
        </p:spPr>
      </p:pic>
    </p:spTree>
    <p:extLst>
      <p:ext uri="{BB962C8B-B14F-4D97-AF65-F5344CB8AC3E}">
        <p14:creationId xmlns:p14="http://schemas.microsoft.com/office/powerpoint/2010/main" val="4226578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205316" y="120649"/>
            <a:ext cx="11672648" cy="6511059"/>
          </a:xfrm>
        </p:spPr>
        <p:txBody>
          <a:bodyPr/>
          <a:lstStyle/>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316" y="120648"/>
            <a:ext cx="11672648" cy="6511060"/>
          </a:xfrm>
          <a:prstGeom prst="rect">
            <a:avLst/>
          </a:prstGeom>
        </p:spPr>
      </p:pic>
    </p:spTree>
    <p:extLst>
      <p:ext uri="{BB962C8B-B14F-4D97-AF65-F5344CB8AC3E}">
        <p14:creationId xmlns:p14="http://schemas.microsoft.com/office/powerpoint/2010/main" val="9292020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205316" y="1265381"/>
            <a:ext cx="11728066" cy="5357091"/>
          </a:xfrm>
        </p:spPr>
        <p:txBody>
          <a:bodyPr/>
          <a:lstStyle/>
          <a:p>
            <a:r>
              <a:rPr lang="en-US" dirty="0" err="1" smtClean="0"/>
              <a:t>A.The</a:t>
            </a:r>
            <a:r>
              <a:rPr lang="en-US" dirty="0" smtClean="0"/>
              <a:t> </a:t>
            </a:r>
            <a:r>
              <a:rPr lang="en-US" dirty="0"/>
              <a:t>central nervous system (CNS</a:t>
            </a:r>
            <a:r>
              <a:rPr lang="en-US" dirty="0" smtClean="0"/>
              <a:t>), </a:t>
            </a:r>
            <a:r>
              <a:rPr lang="en-US" dirty="0"/>
              <a:t>consists of the brain </a:t>
            </a:r>
            <a:r>
              <a:rPr lang="en-US" dirty="0" smtClean="0"/>
              <a:t>and spinal </a:t>
            </a:r>
            <a:r>
              <a:rPr lang="en-US" dirty="0"/>
              <a:t>cord , The brain is the part of the CNS that is located in the skull and contains about 100 billion neurons while the spinal cord is connected to the brain through the foramen magnum of the occipital bone and is encircled by the bones of the vertebral column. The spinal cord contains about 100 million neurons. The CNS processes many different kinds of </a:t>
            </a:r>
            <a:r>
              <a:rPr lang="en-US" dirty="0" smtClean="0"/>
              <a:t>incoming sensory </a:t>
            </a:r>
            <a:r>
              <a:rPr lang="en-US" dirty="0"/>
              <a:t>information. It is also the source of thoughts, emotions, and memories. Most signals that stimulate muscles to contract and glands to secrete originate in the CNS.</a:t>
            </a:r>
          </a:p>
        </p:txBody>
      </p:sp>
    </p:spTree>
    <p:extLst>
      <p:ext uri="{BB962C8B-B14F-4D97-AF65-F5344CB8AC3E}">
        <p14:creationId xmlns:p14="http://schemas.microsoft.com/office/powerpoint/2010/main" val="13970228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205315" y="1136073"/>
            <a:ext cx="11663411" cy="5504872"/>
          </a:xfrm>
        </p:spPr>
        <p:txBody>
          <a:bodyPr/>
          <a:lstStyle/>
          <a:p>
            <a:r>
              <a:rPr lang="en-US" dirty="0" smtClean="0"/>
              <a:t>    </a:t>
            </a:r>
            <a:r>
              <a:rPr lang="en-US" dirty="0" err="1" smtClean="0"/>
              <a:t>B.The</a:t>
            </a:r>
            <a:r>
              <a:rPr lang="en-US" dirty="0" smtClean="0"/>
              <a:t> </a:t>
            </a:r>
            <a:r>
              <a:rPr lang="en-US" dirty="0"/>
              <a:t>peripheral nervous system  consists </a:t>
            </a:r>
            <a:r>
              <a:rPr lang="en-US" dirty="0" smtClean="0"/>
              <a:t>of all </a:t>
            </a:r>
            <a:r>
              <a:rPr lang="en-US" dirty="0"/>
              <a:t>nervous tissue outside the CNS , Components of the PNS include nerves, ganglia, enteric plexuses, and sensory receptors. A nerve is a bundle of hundreds to thousands of </a:t>
            </a:r>
            <a:r>
              <a:rPr lang="en-US" dirty="0" smtClean="0"/>
              <a:t>axons plus </a:t>
            </a:r>
            <a:r>
              <a:rPr lang="en-US" dirty="0"/>
              <a:t>associated connective tissue and blood vessels that lies outside the brain and spinal cord. Twelve pairs of cranial nerves emerge from the brain and thirty-one pairs of spinal nerves emerge from the spinal cord. Ganglia (a swelling or knot; singular is ganglion) are small masses of nervous tissue, consisting primarily of neuron cell bodies, that are located outside of the brain and spinal cord. Ganglia are closely associated with cranial and spinal nerves. </a:t>
            </a:r>
          </a:p>
          <a:p>
            <a:endParaRPr lang="en-GB" dirty="0"/>
          </a:p>
        </p:txBody>
      </p:sp>
    </p:spTree>
    <p:extLst>
      <p:ext uri="{BB962C8B-B14F-4D97-AF65-F5344CB8AC3E}">
        <p14:creationId xmlns:p14="http://schemas.microsoft.com/office/powerpoint/2010/main" val="8210154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205316" y="1237673"/>
            <a:ext cx="11672648" cy="5375563"/>
          </a:xfrm>
        </p:spPr>
        <p:txBody>
          <a:bodyPr/>
          <a:lstStyle/>
          <a:p>
            <a:r>
              <a:rPr lang="en-GB" dirty="0" smtClean="0"/>
              <a:t>  The </a:t>
            </a:r>
            <a:r>
              <a:rPr lang="en-GB" dirty="0"/>
              <a:t>PNS is divided into 1. somatic nervous system (SNS) , 2.an autonomic nervous system (ANS)  And 3. an enteric nervous system (ENS) ( </a:t>
            </a:r>
            <a:r>
              <a:rPr lang="en-GB" dirty="0" err="1"/>
              <a:t>enteron</a:t>
            </a:r>
            <a:r>
              <a:rPr lang="en-GB" dirty="0"/>
              <a:t>  </a:t>
            </a:r>
            <a:r>
              <a:rPr lang="en-GB" dirty="0" smtClean="0"/>
              <a:t>;intestines</a:t>
            </a:r>
            <a:r>
              <a:rPr lang="en-GB" dirty="0"/>
              <a:t>). </a:t>
            </a:r>
            <a:endParaRPr lang="en-GB" dirty="0" smtClean="0"/>
          </a:p>
          <a:p>
            <a:r>
              <a:rPr lang="en-GB" dirty="0" smtClean="0"/>
              <a:t>  1.</a:t>
            </a:r>
            <a:r>
              <a:rPr lang="en-US" dirty="0" smtClean="0">
                <a:solidFill>
                  <a:schemeClr val="bg2"/>
                </a:solidFill>
              </a:rPr>
              <a:t>The </a:t>
            </a:r>
            <a:r>
              <a:rPr lang="en-US" dirty="0">
                <a:solidFill>
                  <a:schemeClr val="bg2"/>
                </a:solidFill>
              </a:rPr>
              <a:t>SNS </a:t>
            </a:r>
            <a:r>
              <a:rPr lang="en-US" dirty="0"/>
              <a:t>consists of (1) sensory neurons that convey information from somatic receptors in the head, body wall, and limbs and from receptors for the special senses of vision, hearing, taste, and smell to the CNS and (2) motor neurons that conduct impulses from the CNS to skeletal muscles only. Because these motor responses can be consciously controlled, the action of this part of the PNS is voluntary.</a:t>
            </a:r>
            <a:endParaRPr lang="en-GB" dirty="0" smtClean="0"/>
          </a:p>
          <a:p>
            <a:endParaRPr lang="en-GB" dirty="0"/>
          </a:p>
        </p:txBody>
      </p:sp>
    </p:spTree>
    <p:extLst>
      <p:ext uri="{BB962C8B-B14F-4D97-AF65-F5344CB8AC3E}">
        <p14:creationId xmlns:p14="http://schemas.microsoft.com/office/powerpoint/2010/main" val="31125488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277091" y="1080655"/>
            <a:ext cx="11554691" cy="5541818"/>
          </a:xfrm>
        </p:spPr>
        <p:txBody>
          <a:bodyPr/>
          <a:lstStyle/>
          <a:p>
            <a:r>
              <a:rPr lang="en-US" dirty="0"/>
              <a:t> </a:t>
            </a:r>
            <a:r>
              <a:rPr lang="en-US" dirty="0" smtClean="0"/>
              <a:t>2.</a:t>
            </a:r>
            <a:r>
              <a:rPr lang="en-US" dirty="0" smtClean="0">
                <a:solidFill>
                  <a:schemeClr val="bg2"/>
                </a:solidFill>
              </a:rPr>
              <a:t>The </a:t>
            </a:r>
            <a:r>
              <a:rPr lang="en-US" dirty="0">
                <a:solidFill>
                  <a:schemeClr val="bg2"/>
                </a:solidFill>
              </a:rPr>
              <a:t>ANS </a:t>
            </a:r>
            <a:r>
              <a:rPr lang="en-US" dirty="0"/>
              <a:t>consists of (1) sensory neurons that convey information from autonomic sensory receptors, located primarily in visceral organs such as the stomach and lungs, to the CNS and (2) motor neurons that conduct nerve impulses from the CNS to smooth muscle, cardiac muscle, and glands. Because its motor responses are not normally under conscious control, the action of the ANS is involuntary. The motor part of the ANS consists of two branches, the </a:t>
            </a:r>
            <a:r>
              <a:rPr lang="en-US" dirty="0">
                <a:solidFill>
                  <a:srgbClr val="FFC000"/>
                </a:solidFill>
              </a:rPr>
              <a:t>sympathetic division and the parasympathetic </a:t>
            </a:r>
            <a:r>
              <a:rPr lang="en-US" dirty="0" smtClean="0"/>
              <a:t>division</a:t>
            </a:r>
            <a:r>
              <a:rPr lang="en-US" dirty="0"/>
              <a:t>,</a:t>
            </a:r>
            <a:r>
              <a:rPr lang="en-US" dirty="0" smtClean="0"/>
              <a:t> </a:t>
            </a:r>
            <a:r>
              <a:rPr lang="en-US" dirty="0"/>
              <a:t>usually the two divisions have opposing actions. For example, sympathetic neurons increase heart rate, and parasympathetic neurons slow it down. </a:t>
            </a:r>
            <a:endParaRPr lang="en-GB" dirty="0"/>
          </a:p>
        </p:txBody>
      </p:sp>
    </p:spTree>
    <p:extLst>
      <p:ext uri="{BB962C8B-B14F-4D97-AF65-F5344CB8AC3E}">
        <p14:creationId xmlns:p14="http://schemas.microsoft.com/office/powerpoint/2010/main" val="2819859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286327" y="1025237"/>
            <a:ext cx="11563928" cy="5588000"/>
          </a:xfrm>
        </p:spPr>
        <p:txBody>
          <a:bodyPr/>
          <a:lstStyle/>
          <a:p>
            <a:r>
              <a:rPr lang="en-US" dirty="0"/>
              <a:t>In general, the sympathetic division helps support exercise of emergency actions, the “fight-or-flight” responses, and the parasympathetic division takes care of “rest-and-digest” activities.</a:t>
            </a:r>
          </a:p>
          <a:p>
            <a:pPr marL="25400" indent="0">
              <a:buNone/>
            </a:pPr>
            <a:r>
              <a:rPr lang="en-US" dirty="0"/>
              <a:t>     </a:t>
            </a:r>
            <a:r>
              <a:rPr lang="en-US" dirty="0" smtClean="0"/>
              <a:t>3.</a:t>
            </a:r>
            <a:r>
              <a:rPr lang="en-US" dirty="0" smtClean="0">
                <a:solidFill>
                  <a:schemeClr val="bg2"/>
                </a:solidFill>
              </a:rPr>
              <a:t>The </a:t>
            </a:r>
            <a:r>
              <a:rPr lang="en-US" dirty="0">
                <a:solidFill>
                  <a:schemeClr val="bg2"/>
                </a:solidFill>
              </a:rPr>
              <a:t>ENS</a:t>
            </a:r>
            <a:r>
              <a:rPr lang="en-US" dirty="0"/>
              <a:t>, the “brain of the gut,” is involuntary. Once considered part of the ANS, the ENS consists of enteric plexuses that extend most of the length of </a:t>
            </a:r>
            <a:r>
              <a:rPr lang="en-US" dirty="0" smtClean="0"/>
              <a:t>the gastrointestinal </a:t>
            </a:r>
            <a:r>
              <a:rPr lang="en-US" dirty="0"/>
              <a:t>(GI) tract. Many of the neurons of the enteric plexuses function independently of the ANS and CNS to some extent, although they also communicate with the CNS via sympathetic and parasympathetic neurons. </a:t>
            </a:r>
            <a:r>
              <a:rPr lang="en-US" dirty="0" smtClean="0"/>
              <a:t>S</a:t>
            </a:r>
            <a:endParaRPr lang="en-US" dirty="0"/>
          </a:p>
          <a:p>
            <a:endParaRPr lang="en-GB" dirty="0"/>
          </a:p>
        </p:txBody>
      </p:sp>
    </p:spTree>
    <p:extLst>
      <p:ext uri="{BB962C8B-B14F-4D97-AF65-F5344CB8AC3E}">
        <p14:creationId xmlns:p14="http://schemas.microsoft.com/office/powerpoint/2010/main" val="27266333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286327" y="1034473"/>
            <a:ext cx="11637818" cy="5823527"/>
          </a:xfrm>
        </p:spPr>
        <p:txBody>
          <a:bodyPr/>
          <a:lstStyle/>
          <a:p>
            <a:r>
              <a:rPr lang="en-US" dirty="0"/>
              <a:t>Sensory neurons of the ENS monitor chemical changes within the GI tract as well as the stretching of its walls. Enteric motor neurons govern contraction of GI tract smooth muscle to propel food through the GI tract, secretions of the GI tract organs such as acid from the stomach, and activity of GI tract endocrine cells, which secrete hormones.</a:t>
            </a:r>
          </a:p>
          <a:p>
            <a:pPr marL="25400" indent="0">
              <a:buNone/>
            </a:pPr>
            <a:r>
              <a:rPr lang="en-US" dirty="0" smtClean="0"/>
              <a:t>              </a:t>
            </a:r>
            <a:r>
              <a:rPr lang="en-US" u="sng" dirty="0" smtClean="0">
                <a:solidFill>
                  <a:schemeClr val="accent2"/>
                </a:solidFill>
              </a:rPr>
              <a:t>Functions </a:t>
            </a:r>
            <a:r>
              <a:rPr lang="en-US" u="sng" dirty="0">
                <a:solidFill>
                  <a:schemeClr val="accent2"/>
                </a:solidFill>
              </a:rPr>
              <a:t>of the Nervous System</a:t>
            </a:r>
          </a:p>
          <a:p>
            <a:r>
              <a:rPr lang="en-US" dirty="0"/>
              <a:t>The nervous system carries out a complex array of tasks. It allows us to sense various smells, produce speech, and remember past events; in addition, it provides signals that control body movements and regulates the operation of internal organs. </a:t>
            </a:r>
          </a:p>
          <a:p>
            <a:endParaRPr lang="en-GB" dirty="0"/>
          </a:p>
        </p:txBody>
      </p:sp>
    </p:spTree>
    <p:extLst>
      <p:ext uri="{BB962C8B-B14F-4D97-AF65-F5344CB8AC3E}">
        <p14:creationId xmlns:p14="http://schemas.microsoft.com/office/powerpoint/2010/main" val="6617802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461818" y="1173018"/>
            <a:ext cx="11453090" cy="5477164"/>
          </a:xfrm>
        </p:spPr>
        <p:txBody>
          <a:bodyPr/>
          <a:lstStyle/>
          <a:p>
            <a:pPr marL="25400" indent="0">
              <a:buNone/>
            </a:pPr>
            <a:r>
              <a:rPr lang="en-US" dirty="0"/>
              <a:t> These diverse activities can be grouped into three basic functions: sensory (input), integrative (process), and motor (output).</a:t>
            </a:r>
          </a:p>
          <a:p>
            <a:pPr marL="539750" indent="-514350">
              <a:buAutoNum type="arabicPeriod"/>
            </a:pPr>
            <a:r>
              <a:rPr lang="en-US" dirty="0" smtClean="0">
                <a:solidFill>
                  <a:schemeClr val="accent1"/>
                </a:solidFill>
              </a:rPr>
              <a:t>Sensory </a:t>
            </a:r>
            <a:r>
              <a:rPr lang="en-US" dirty="0">
                <a:solidFill>
                  <a:schemeClr val="accent1"/>
                </a:solidFill>
              </a:rPr>
              <a:t>function</a:t>
            </a:r>
            <a:r>
              <a:rPr lang="en-US" dirty="0"/>
              <a:t>. Sensory receptors detect internal stimuli, such as an increase in blood pressure, or external stimuli (for example, a raindrop landing on your arm). This sensory information is then carried into the brain and spinal cord through cranial and spinal nerves</a:t>
            </a:r>
            <a:r>
              <a:rPr lang="en-US" dirty="0" smtClean="0"/>
              <a:t>.</a:t>
            </a:r>
          </a:p>
          <a:p>
            <a:pPr marL="539750" indent="-514350">
              <a:buAutoNum type="arabicPeriod"/>
            </a:pPr>
            <a:r>
              <a:rPr lang="en-US" dirty="0">
                <a:solidFill>
                  <a:schemeClr val="accent1"/>
                </a:solidFill>
              </a:rPr>
              <a:t> Integrative function</a:t>
            </a:r>
            <a:r>
              <a:rPr lang="en-US" dirty="0"/>
              <a:t>. The nervous system processes sensory information by analyzing it and making decisions for appropriate responses—an activity known as integration.</a:t>
            </a:r>
          </a:p>
          <a:p>
            <a:pPr marL="539750" indent="-514350">
              <a:buAutoNum type="arabicPeriod"/>
            </a:pPr>
            <a:endParaRPr lang="en-US" dirty="0"/>
          </a:p>
          <a:p>
            <a:endParaRPr lang="en-GB" dirty="0"/>
          </a:p>
        </p:txBody>
      </p:sp>
    </p:spTree>
    <p:extLst>
      <p:ext uri="{BB962C8B-B14F-4D97-AF65-F5344CB8AC3E}">
        <p14:creationId xmlns:p14="http://schemas.microsoft.com/office/powerpoint/2010/main" val="2764539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87927" y="1265382"/>
            <a:ext cx="11508509" cy="5329382"/>
          </a:xfrm>
        </p:spPr>
        <p:txBody>
          <a:bodyPr/>
          <a:lstStyle/>
          <a:p>
            <a:pPr marL="25400" indent="0">
              <a:buNone/>
            </a:pPr>
            <a:r>
              <a:rPr lang="en-US" dirty="0" smtClean="0"/>
              <a:t>3</a:t>
            </a:r>
            <a:r>
              <a:rPr lang="en-US" dirty="0" smtClean="0">
                <a:solidFill>
                  <a:schemeClr val="accent1"/>
                </a:solidFill>
              </a:rPr>
              <a:t>. </a:t>
            </a:r>
            <a:r>
              <a:rPr lang="en-US" dirty="0">
                <a:solidFill>
                  <a:schemeClr val="accent1"/>
                </a:solidFill>
              </a:rPr>
              <a:t>Motor function</a:t>
            </a:r>
            <a:r>
              <a:rPr lang="en-US" dirty="0"/>
              <a:t>. Once sensory information is integrated, the nervous system may elicit an appropriate motor response by activating effectors (muscles and glands) through cranial and</a:t>
            </a:r>
          </a:p>
          <a:p>
            <a:pPr marL="25400" indent="0">
              <a:buNone/>
            </a:pPr>
            <a:r>
              <a:rPr lang="en-US" dirty="0"/>
              <a:t>spinal nerves. Stimulation of the effectors causes muscles to contract and glands to secrete.</a:t>
            </a:r>
          </a:p>
          <a:p>
            <a:endParaRPr lang="en-GB" dirty="0"/>
          </a:p>
        </p:txBody>
      </p:sp>
    </p:spTree>
    <p:extLst>
      <p:ext uri="{BB962C8B-B14F-4D97-AF65-F5344CB8AC3E}">
        <p14:creationId xmlns:p14="http://schemas.microsoft.com/office/powerpoint/2010/main" val="15393312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 OF NERVOUS CELLS</a:t>
            </a:r>
            <a:endParaRPr lang="en-GB" dirty="0"/>
          </a:p>
        </p:txBody>
      </p:sp>
      <p:sp>
        <p:nvSpPr>
          <p:cNvPr id="3" name="Text Placeholder 2"/>
          <p:cNvSpPr>
            <a:spLocks noGrp="1"/>
          </p:cNvSpPr>
          <p:nvPr>
            <p:ph type="body" idx="1"/>
          </p:nvPr>
        </p:nvSpPr>
        <p:spPr>
          <a:xfrm>
            <a:off x="295563" y="1209963"/>
            <a:ext cx="11573163" cy="5412509"/>
          </a:xfrm>
        </p:spPr>
        <p:txBody>
          <a:bodyPr/>
          <a:lstStyle/>
          <a:p>
            <a:r>
              <a:rPr lang="en-US" dirty="0"/>
              <a:t>The  nervous tissue comprises two types of </a:t>
            </a:r>
            <a:r>
              <a:rPr lang="en-US" dirty="0">
                <a:solidFill>
                  <a:schemeClr val="accent5"/>
                </a:solidFill>
              </a:rPr>
              <a:t>cells—neurons and </a:t>
            </a:r>
            <a:r>
              <a:rPr lang="en-US" dirty="0" err="1">
                <a:solidFill>
                  <a:schemeClr val="accent5"/>
                </a:solidFill>
              </a:rPr>
              <a:t>neuroglia</a:t>
            </a:r>
            <a:r>
              <a:rPr lang="en-US" dirty="0" err="1"/>
              <a:t>,The</a:t>
            </a:r>
            <a:r>
              <a:rPr lang="en-US" dirty="0"/>
              <a:t>  cells combine in a variety of ways in different regions of the nervous system. In addition to forming the complex processing networks within the brain and spinal cord, neurons also connect all regions of the body to the brain and spinal cord. As highly specialized cells capable of providing most of the unique functions of the nervous system, such as sensing, thinking, remembering, controlling muscle activity, and regulating glandular secretions. As a result of their specialization, they have lost the ability to undergo mitotic </a:t>
            </a:r>
            <a:r>
              <a:rPr lang="en-US" dirty="0" smtClean="0"/>
              <a:t>divisions.</a:t>
            </a:r>
            <a:endParaRPr lang="en-GB" dirty="0"/>
          </a:p>
        </p:txBody>
      </p:sp>
    </p:spTree>
    <p:extLst>
      <p:ext uri="{BB962C8B-B14F-4D97-AF65-F5344CB8AC3E}">
        <p14:creationId xmlns:p14="http://schemas.microsoft.com/office/powerpoint/2010/main" val="37117742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498763" y="1274617"/>
            <a:ext cx="11369963" cy="5347855"/>
          </a:xfrm>
        </p:spPr>
        <p:txBody>
          <a:bodyPr/>
          <a:lstStyle/>
          <a:p>
            <a:r>
              <a:rPr lang="en-US" dirty="0" smtClean="0"/>
              <a:t> </a:t>
            </a:r>
            <a:r>
              <a:rPr lang="en-US" dirty="0"/>
              <a:t>Neuroglia are smaller cells but they greatly outnumber neurons, perhaps by as much as 5-25 times. Neuroglia support, nourish, and protect neurons, and maintain the interstitial fluid that bathes them. Unlike neurons, neuroglia continue to divide throughout an individual’s lifetime</a:t>
            </a:r>
            <a:r>
              <a:rPr lang="en-US" dirty="0" smtClean="0"/>
              <a:t>.</a:t>
            </a:r>
          </a:p>
          <a:p>
            <a:pPr marL="25400" indent="0">
              <a:buNone/>
            </a:pPr>
            <a:r>
              <a:rPr lang="en-US" b="1" u="sng" dirty="0" smtClean="0"/>
              <a:t>1.Neurons</a:t>
            </a:r>
            <a:endParaRPr lang="en-US" b="1" u="sng" dirty="0"/>
          </a:p>
          <a:p>
            <a:pPr marL="25400" indent="0">
              <a:buNone/>
            </a:pPr>
            <a:r>
              <a:rPr lang="en-US" dirty="0" smtClean="0"/>
              <a:t>    Like </a:t>
            </a:r>
            <a:r>
              <a:rPr lang="en-US" dirty="0"/>
              <a:t>muscle cells, neurons (nerve cells)  possess electrical excitability , the ability to respond to a stimulus and convert it into an action potential. A stimulus is any change in the environment that is strong enough to initiate an action potential. </a:t>
            </a:r>
          </a:p>
          <a:p>
            <a:endParaRPr lang="en-GB" dirty="0"/>
          </a:p>
        </p:txBody>
      </p:sp>
    </p:spTree>
    <p:extLst>
      <p:ext uri="{BB962C8B-B14F-4D97-AF65-F5344CB8AC3E}">
        <p14:creationId xmlns:p14="http://schemas.microsoft.com/office/powerpoint/2010/main" val="2343625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04799" y="958850"/>
            <a:ext cx="11545455" cy="5645150"/>
          </a:xfrm>
        </p:spPr>
        <p:txBody>
          <a:bodyPr/>
          <a:lstStyle/>
          <a:p>
            <a:r>
              <a:rPr lang="en-US" dirty="0"/>
              <a:t>A stimulus is any change in the environment that is strong enough to initiate an action potential. </a:t>
            </a:r>
            <a:r>
              <a:rPr lang="en-US" dirty="0" smtClean="0"/>
              <a:t>Action </a:t>
            </a:r>
            <a:r>
              <a:rPr lang="en-US" dirty="0"/>
              <a:t>potential </a:t>
            </a:r>
            <a:r>
              <a:rPr lang="en-US" dirty="0" smtClean="0"/>
              <a:t> </a:t>
            </a:r>
            <a:r>
              <a:rPr lang="en-US" dirty="0"/>
              <a:t>is an electrical signal that </a:t>
            </a:r>
            <a:r>
              <a:rPr lang="en-US" dirty="0" smtClean="0"/>
              <a:t>propagates </a:t>
            </a:r>
            <a:r>
              <a:rPr lang="en-US" dirty="0"/>
              <a:t>along the surface of the membrane of a neuron. B</a:t>
            </a:r>
            <a:r>
              <a:rPr lang="en-US" dirty="0" smtClean="0"/>
              <a:t>egins </a:t>
            </a:r>
            <a:r>
              <a:rPr lang="en-US" dirty="0"/>
              <a:t>and travels due to the movement of </a:t>
            </a:r>
            <a:r>
              <a:rPr lang="en-US" dirty="0" smtClean="0"/>
              <a:t>ions </a:t>
            </a:r>
            <a:r>
              <a:rPr lang="en-US" dirty="0"/>
              <a:t>between interstitial fluid and the inside of a neuron through specific ion channels in its plasma membrane. Once begun, a nerve impulse travels rapidly and at a constant strength. </a:t>
            </a:r>
            <a:endParaRPr lang="en-US" dirty="0" smtClean="0"/>
          </a:p>
          <a:p>
            <a:r>
              <a:rPr lang="en-US" dirty="0" smtClean="0"/>
              <a:t>Parts </a:t>
            </a:r>
            <a:r>
              <a:rPr lang="en-US" dirty="0"/>
              <a:t>of a </a:t>
            </a:r>
            <a:r>
              <a:rPr lang="en-US" dirty="0" smtClean="0"/>
              <a:t>Neuron; </a:t>
            </a:r>
            <a:r>
              <a:rPr lang="en-US" dirty="0"/>
              <a:t>(1) </a:t>
            </a:r>
            <a:r>
              <a:rPr lang="en-US" dirty="0">
                <a:solidFill>
                  <a:schemeClr val="accent5"/>
                </a:solidFill>
              </a:rPr>
              <a:t>a cell body, (2) dendrites, and (3) an axon</a:t>
            </a:r>
            <a:r>
              <a:rPr lang="en-US" dirty="0"/>
              <a:t>. The cell body, also known as the </a:t>
            </a:r>
            <a:r>
              <a:rPr lang="en-US" dirty="0" err="1">
                <a:solidFill>
                  <a:srgbClr val="00B050"/>
                </a:solidFill>
              </a:rPr>
              <a:t>perikaryon</a:t>
            </a:r>
            <a:r>
              <a:rPr lang="en-US" dirty="0">
                <a:solidFill>
                  <a:srgbClr val="00B050"/>
                </a:solidFill>
              </a:rPr>
              <a:t> or soma</a:t>
            </a:r>
            <a:r>
              <a:rPr lang="en-US" dirty="0"/>
              <a:t>, contains a nucleus surrounded by cytoplasm that includes typical cellular organelles such as lysosomes, mitochondria, and a Golgi complex.</a:t>
            </a:r>
            <a:endParaRPr lang="en-GB" dirty="0"/>
          </a:p>
        </p:txBody>
      </p:sp>
    </p:spTree>
    <p:extLst>
      <p:ext uri="{BB962C8B-B14F-4D97-AF65-F5344CB8AC3E}">
        <p14:creationId xmlns:p14="http://schemas.microsoft.com/office/powerpoint/2010/main" val="18504720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323273" y="120650"/>
            <a:ext cx="11554691" cy="6492586"/>
          </a:xfrm>
        </p:spPr>
        <p:txBody>
          <a:bodyPr/>
          <a:lstStyle/>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316" y="120650"/>
            <a:ext cx="11672648" cy="6492585"/>
          </a:xfrm>
          <a:prstGeom prst="rect">
            <a:avLst/>
          </a:prstGeom>
        </p:spPr>
      </p:pic>
    </p:spTree>
    <p:extLst>
      <p:ext uri="{BB962C8B-B14F-4D97-AF65-F5344CB8AC3E}">
        <p14:creationId xmlns:p14="http://schemas.microsoft.com/office/powerpoint/2010/main" val="17922412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314035" y="120651"/>
            <a:ext cx="11536219" cy="6501822"/>
          </a:xfrm>
        </p:spPr>
        <p:txBody>
          <a:bodyPr/>
          <a:lstStyle/>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035" y="120650"/>
            <a:ext cx="11536219" cy="6501823"/>
          </a:xfrm>
          <a:prstGeom prst="rect">
            <a:avLst/>
          </a:prstGeom>
        </p:spPr>
      </p:pic>
    </p:spTree>
    <p:extLst>
      <p:ext uri="{BB962C8B-B14F-4D97-AF65-F5344CB8AC3E}">
        <p14:creationId xmlns:p14="http://schemas.microsoft.com/office/powerpoint/2010/main" val="5455790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32509" y="1228435"/>
            <a:ext cx="11545455" cy="5394037"/>
          </a:xfrm>
        </p:spPr>
        <p:txBody>
          <a:bodyPr/>
          <a:lstStyle/>
          <a:p>
            <a:r>
              <a:rPr lang="en-US" dirty="0"/>
              <a:t>Neuronal cell bodies also contain free ribosomes and prominent clusters of rough endoplasmic reticulum, termed Nissl bodies . The ribosomes are the sites of protein synthesis. Newly synthesized proteins produced by Nissl bodies are used to replace cellular components, as material for growth of neurons, and to regenerate damaged axons in the PNS. The cytoskeleton includes both </a:t>
            </a:r>
            <a:r>
              <a:rPr lang="en-US" dirty="0" err="1"/>
              <a:t>neurofibrils</a:t>
            </a:r>
            <a:r>
              <a:rPr lang="en-US" dirty="0"/>
              <a:t> , composed of bundles of intermediate filaments that provide the cell shape and support, and microtubules , which assist in moving materials between the cell body and axon.</a:t>
            </a:r>
            <a:endParaRPr lang="en-GB" dirty="0"/>
          </a:p>
        </p:txBody>
      </p:sp>
    </p:spTree>
    <p:extLst>
      <p:ext uri="{BB962C8B-B14F-4D97-AF65-F5344CB8AC3E}">
        <p14:creationId xmlns:p14="http://schemas.microsoft.com/office/powerpoint/2010/main" val="33629157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295564" y="1173017"/>
            <a:ext cx="11545454" cy="5458691"/>
          </a:xfrm>
        </p:spPr>
        <p:txBody>
          <a:bodyPr/>
          <a:lstStyle/>
          <a:p>
            <a:r>
              <a:rPr lang="en-US" dirty="0"/>
              <a:t> A nerve fiber is a general term for any neuronal process (extension) that emerges from the cell body of a neuron. Most neurons have two kinds of processes: multiple dendrites and a single </a:t>
            </a:r>
            <a:r>
              <a:rPr lang="en-US" dirty="0" err="1"/>
              <a:t>axon.Dendrites</a:t>
            </a:r>
            <a:r>
              <a:rPr lang="en-US" dirty="0"/>
              <a:t> (little trees) are the receiving or input portions of a neuron. The plasma membranes of dendrites and cell bodies  contain numerous receptor sites for binding chemical messengers from other cells. Dendrites usually are short, tapering, and highly branched. In many neurons the dendrites form a </a:t>
            </a:r>
            <a:r>
              <a:rPr lang="en-US" dirty="0" smtClean="0"/>
              <a:t>tree shaped </a:t>
            </a:r>
            <a:r>
              <a:rPr lang="en-US" dirty="0"/>
              <a:t>array of processes extending from the cell body. Their cytoplasm contains Nissl bodies, mitochondria, and other organelles.</a:t>
            </a:r>
            <a:endParaRPr lang="en-GB" dirty="0"/>
          </a:p>
        </p:txBody>
      </p:sp>
    </p:spTree>
    <p:extLst>
      <p:ext uri="{BB962C8B-B14F-4D97-AF65-F5344CB8AC3E}">
        <p14:creationId xmlns:p14="http://schemas.microsoft.com/office/powerpoint/2010/main" val="271302664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277091" y="1043709"/>
            <a:ext cx="11591636" cy="5560291"/>
          </a:xfrm>
        </p:spPr>
        <p:txBody>
          <a:bodyPr/>
          <a:lstStyle/>
          <a:p>
            <a:r>
              <a:rPr lang="en-US" dirty="0"/>
              <a:t>The single axon ( axis) of a neuron propagates nerve impulses toward another neuron, a muscle fiber, or a gland cell. An axon is a long, thin, cylindrical projection that often joins to the cell body at a cone-shaped elevation called the axon hillock (small hill). The part of the axon closest to the axon hillock is the initial segment. In most neurons, nerve impulses arise at the junction of the axon hillock and the initial segment, an area called the trigger zone, from which they travel along the axon to their destination. An axon contains mitochondria, microtubules, and </a:t>
            </a:r>
            <a:r>
              <a:rPr lang="en-US" dirty="0" smtClean="0"/>
              <a:t>neuro-fibrils</a:t>
            </a:r>
            <a:r>
              <a:rPr lang="en-US" dirty="0"/>
              <a:t>. Because rough endoplasmic reticulum is not </a:t>
            </a:r>
            <a:r>
              <a:rPr lang="en-US" dirty="0" smtClean="0"/>
              <a:t>present , protein </a:t>
            </a:r>
            <a:r>
              <a:rPr lang="en-US" dirty="0"/>
              <a:t>synthesis does not occur in the axon.</a:t>
            </a:r>
            <a:endParaRPr lang="en-GB" dirty="0"/>
          </a:p>
        </p:txBody>
      </p:sp>
    </p:spTree>
    <p:extLst>
      <p:ext uri="{BB962C8B-B14F-4D97-AF65-F5344CB8AC3E}">
        <p14:creationId xmlns:p14="http://schemas.microsoft.com/office/powerpoint/2010/main" val="33317853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23273" y="1080655"/>
            <a:ext cx="11536218" cy="5541817"/>
          </a:xfrm>
        </p:spPr>
        <p:txBody>
          <a:bodyPr/>
          <a:lstStyle/>
          <a:p>
            <a:r>
              <a:rPr lang="en-US" dirty="0"/>
              <a:t> C</a:t>
            </a:r>
            <a:r>
              <a:rPr lang="en-US" dirty="0" smtClean="0"/>
              <a:t>ytoplasm </a:t>
            </a:r>
            <a:r>
              <a:rPr lang="en-US" dirty="0"/>
              <a:t>of an </a:t>
            </a:r>
            <a:r>
              <a:rPr lang="en-US" dirty="0" smtClean="0"/>
              <a:t>axon or </a:t>
            </a:r>
            <a:r>
              <a:rPr lang="en-US" dirty="0" err="1"/>
              <a:t>axoplasm</a:t>
            </a:r>
            <a:r>
              <a:rPr lang="en-US" dirty="0"/>
              <a:t>, is surrounded by a plasma membrane </a:t>
            </a:r>
            <a:r>
              <a:rPr lang="en-US" dirty="0" smtClean="0"/>
              <a:t>or  </a:t>
            </a:r>
            <a:r>
              <a:rPr lang="en-US" dirty="0" err="1"/>
              <a:t>axolemma</a:t>
            </a:r>
            <a:r>
              <a:rPr lang="en-US" dirty="0"/>
              <a:t> . S</a:t>
            </a:r>
            <a:r>
              <a:rPr lang="en-US" dirty="0" smtClean="0"/>
              <a:t>ide </a:t>
            </a:r>
            <a:r>
              <a:rPr lang="en-US" dirty="0"/>
              <a:t>branches called axon collaterals may branch </a:t>
            </a:r>
            <a:r>
              <a:rPr lang="en-US" dirty="0" smtClean="0"/>
              <a:t>off , </a:t>
            </a:r>
            <a:r>
              <a:rPr lang="en-US" dirty="0"/>
              <a:t>typically at a right angle to the axon. The axon and its collaterals end by dividing into many fine processes called axon terminals (</a:t>
            </a:r>
            <a:r>
              <a:rPr lang="en-US" dirty="0" err="1"/>
              <a:t>telodendria</a:t>
            </a:r>
            <a:r>
              <a:rPr lang="en-US" dirty="0"/>
              <a:t>) .The site of communication between two neurons or between a neuron and an effector cell is called a synapse . The tips of some axon terminals swell into bulb-shaped structures called synaptic end bulbs; others exhibit a string of swollen bumps called varicosities. Both synaptic end bulbs and varicosities contain many tiny membrane-enclosed sacs called synaptic vesicles that store a chemical called a neurotransmitter . </a:t>
            </a:r>
            <a:endParaRPr lang="en-GB" dirty="0"/>
          </a:p>
        </p:txBody>
      </p:sp>
    </p:spTree>
    <p:extLst>
      <p:ext uri="{BB962C8B-B14F-4D97-AF65-F5344CB8AC3E}">
        <p14:creationId xmlns:p14="http://schemas.microsoft.com/office/powerpoint/2010/main" val="292440642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23273" y="1237673"/>
            <a:ext cx="11563927" cy="5394036"/>
          </a:xfrm>
        </p:spPr>
        <p:txBody>
          <a:bodyPr/>
          <a:lstStyle/>
          <a:p>
            <a:r>
              <a:rPr lang="en-US" dirty="0"/>
              <a:t> A neurotransmitter is a molecule released from a synaptic vesicle that excites or inhibits another neuron, muscle </a:t>
            </a:r>
            <a:r>
              <a:rPr lang="en-US" dirty="0" err="1"/>
              <a:t>fiber,or</a:t>
            </a:r>
            <a:r>
              <a:rPr lang="en-US" dirty="0"/>
              <a:t> gland cell. Many neurons contain two or even three types of neurotransmitters, each with different effects on the postsynaptic cell</a:t>
            </a:r>
            <a:r>
              <a:rPr lang="en-US" dirty="0" smtClean="0"/>
              <a:t>. </a:t>
            </a:r>
            <a:r>
              <a:rPr lang="en-US" dirty="0"/>
              <a:t>The  substances synthesized or recycled in the neuron cell body are needed in the axon or at the axon terminals, two types of transport systems carry materials from the cell body to the axon terminals and back.</a:t>
            </a:r>
          </a:p>
          <a:p>
            <a:endParaRPr lang="en-GB" dirty="0"/>
          </a:p>
        </p:txBody>
      </p:sp>
    </p:spTree>
    <p:extLst>
      <p:ext uri="{BB962C8B-B14F-4D97-AF65-F5344CB8AC3E}">
        <p14:creationId xmlns:p14="http://schemas.microsoft.com/office/powerpoint/2010/main" val="345635027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 types of Transport system</a:t>
            </a:r>
            <a:endParaRPr lang="en-GB" dirty="0"/>
          </a:p>
        </p:txBody>
      </p:sp>
      <p:sp>
        <p:nvSpPr>
          <p:cNvPr id="3" name="Text Placeholder 2"/>
          <p:cNvSpPr>
            <a:spLocks noGrp="1"/>
          </p:cNvSpPr>
          <p:nvPr>
            <p:ph type="body" idx="1"/>
          </p:nvPr>
        </p:nvSpPr>
        <p:spPr>
          <a:xfrm>
            <a:off x="314036" y="1025237"/>
            <a:ext cx="11628582" cy="5652654"/>
          </a:xfrm>
        </p:spPr>
        <p:txBody>
          <a:bodyPr/>
          <a:lstStyle/>
          <a:p>
            <a:r>
              <a:rPr lang="en-US" dirty="0" smtClean="0"/>
              <a:t>1.The </a:t>
            </a:r>
            <a:r>
              <a:rPr lang="en-US" dirty="0"/>
              <a:t>slower system, which moves materials about 1–5 mm per day, is called slow axonal transport. It conveys </a:t>
            </a:r>
            <a:r>
              <a:rPr lang="en-US" dirty="0" err="1"/>
              <a:t>axoplasm</a:t>
            </a:r>
            <a:r>
              <a:rPr lang="en-US" dirty="0"/>
              <a:t> in one direction only—from the cell body toward the axon terminals. Slow axonal transport supplies new </a:t>
            </a:r>
            <a:r>
              <a:rPr lang="en-US" dirty="0" err="1"/>
              <a:t>axoplasm</a:t>
            </a:r>
            <a:r>
              <a:rPr lang="en-US" dirty="0"/>
              <a:t> to developing or regenerating axons and replenishes </a:t>
            </a:r>
            <a:r>
              <a:rPr lang="en-US" dirty="0" err="1"/>
              <a:t>axoplasm</a:t>
            </a:r>
            <a:r>
              <a:rPr lang="en-US" dirty="0"/>
              <a:t> in growing and mature axons</a:t>
            </a:r>
            <a:r>
              <a:rPr lang="en-US" dirty="0" smtClean="0"/>
              <a:t>.</a:t>
            </a:r>
          </a:p>
          <a:p>
            <a:r>
              <a:rPr lang="en-US" dirty="0" smtClean="0"/>
              <a:t>2. </a:t>
            </a:r>
            <a:r>
              <a:rPr lang="en-US" dirty="0"/>
              <a:t>Fast axonal transport, which is capable of moving materials a distance of 200–400 mm per day, uses proteins that function as “motors” to move materials along the surfaces of microtubules of the neuron’s cytoskeleton. Fast axonal transport moves materials in both directions—away from and toward the cell body.</a:t>
            </a:r>
            <a:endParaRPr lang="en-GB" dirty="0"/>
          </a:p>
        </p:txBody>
      </p:sp>
    </p:spTree>
    <p:extLst>
      <p:ext uri="{BB962C8B-B14F-4D97-AF65-F5344CB8AC3E}">
        <p14:creationId xmlns:p14="http://schemas.microsoft.com/office/powerpoint/2010/main" val="103943086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286327" y="958851"/>
            <a:ext cx="11563928" cy="5663622"/>
          </a:xfrm>
        </p:spPr>
        <p:txBody>
          <a:bodyPr/>
          <a:lstStyle/>
          <a:p>
            <a:r>
              <a:rPr lang="en-US" dirty="0" err="1" smtClean="0"/>
              <a:t>A.Fast</a:t>
            </a:r>
            <a:r>
              <a:rPr lang="en-US" dirty="0" smtClean="0"/>
              <a:t> </a:t>
            </a:r>
            <a:r>
              <a:rPr lang="en-US" dirty="0"/>
              <a:t>axonal transport that occurs in an </a:t>
            </a:r>
            <a:r>
              <a:rPr lang="en-US" dirty="0">
                <a:solidFill>
                  <a:schemeClr val="accent1"/>
                </a:solidFill>
              </a:rPr>
              <a:t>anterograde</a:t>
            </a:r>
            <a:r>
              <a:rPr lang="en-US" dirty="0"/>
              <a:t> (forward) direction moves organelles and synaptic vesicles from the cell body to the axon terminals. </a:t>
            </a:r>
            <a:endParaRPr lang="en-US" dirty="0" smtClean="0"/>
          </a:p>
          <a:p>
            <a:r>
              <a:rPr lang="en-US" dirty="0" err="1" smtClean="0"/>
              <a:t>B.Fast</a:t>
            </a:r>
            <a:r>
              <a:rPr lang="en-US" dirty="0" smtClean="0"/>
              <a:t> </a:t>
            </a:r>
            <a:r>
              <a:rPr lang="en-US" dirty="0"/>
              <a:t>axonal transport that occurs in a </a:t>
            </a:r>
            <a:r>
              <a:rPr lang="en-US" dirty="0">
                <a:solidFill>
                  <a:schemeClr val="accent3"/>
                </a:solidFill>
              </a:rPr>
              <a:t>retrograde</a:t>
            </a:r>
            <a:r>
              <a:rPr lang="en-US" dirty="0"/>
              <a:t> (backward) direction moves membrane vesicles and other cellular materials from the axon terminals to the cell body to be degraded or recycled. Substances that enter the neuron at the axon terminals are also moved to the cell body by fast retrograde </a:t>
            </a:r>
            <a:r>
              <a:rPr lang="en-US" dirty="0" err="1"/>
              <a:t>transport.These</a:t>
            </a:r>
            <a:r>
              <a:rPr lang="en-US" dirty="0"/>
              <a:t> substances include trophic chemicals such as </a:t>
            </a:r>
            <a:r>
              <a:rPr lang="en-US" dirty="0">
                <a:solidFill>
                  <a:schemeClr val="accent3"/>
                </a:solidFill>
              </a:rPr>
              <a:t>nerve growth factor </a:t>
            </a:r>
            <a:r>
              <a:rPr lang="en-US" dirty="0"/>
              <a:t>and harmful agents such as tetanus toxin and the </a:t>
            </a:r>
            <a:r>
              <a:rPr lang="en-US" dirty="0">
                <a:solidFill>
                  <a:srgbClr val="FF0000"/>
                </a:solidFill>
              </a:rPr>
              <a:t>viruses</a:t>
            </a:r>
            <a:r>
              <a:rPr lang="en-US" dirty="0"/>
              <a:t> that cause rabies, herpes simplex, and polio.</a:t>
            </a:r>
            <a:endParaRPr lang="en-GB" dirty="0"/>
          </a:p>
        </p:txBody>
      </p:sp>
    </p:spTree>
    <p:extLst>
      <p:ext uri="{BB962C8B-B14F-4D97-AF65-F5344CB8AC3E}">
        <p14:creationId xmlns:p14="http://schemas.microsoft.com/office/powerpoint/2010/main" val="121105528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316" y="120650"/>
            <a:ext cx="8839200" cy="821459"/>
          </a:xfrm>
        </p:spPr>
        <p:txBody>
          <a:bodyPr/>
          <a:lstStyle/>
          <a:p>
            <a:r>
              <a:rPr lang="en-US" dirty="0" smtClean="0">
                <a:solidFill>
                  <a:srgbClr val="FF0000"/>
                </a:solidFill>
              </a:rPr>
              <a:t>Classification of Neurons</a:t>
            </a:r>
            <a:endParaRPr lang="en-GB" dirty="0">
              <a:solidFill>
                <a:srgbClr val="FF0000"/>
              </a:solidFill>
            </a:endParaRPr>
          </a:p>
        </p:txBody>
      </p:sp>
      <p:sp>
        <p:nvSpPr>
          <p:cNvPr id="3" name="Text Placeholder 2"/>
          <p:cNvSpPr>
            <a:spLocks noGrp="1"/>
          </p:cNvSpPr>
          <p:nvPr>
            <p:ph type="body" idx="1"/>
          </p:nvPr>
        </p:nvSpPr>
        <p:spPr>
          <a:xfrm>
            <a:off x="205316" y="942109"/>
            <a:ext cx="11635702" cy="5652655"/>
          </a:xfrm>
        </p:spPr>
        <p:txBody>
          <a:bodyPr/>
          <a:lstStyle/>
          <a:p>
            <a:r>
              <a:rPr lang="en-US" dirty="0"/>
              <a:t>Both structural and functional features are used to classify the various neurons in the body.</a:t>
            </a:r>
          </a:p>
          <a:p>
            <a:r>
              <a:rPr lang="en-US" dirty="0"/>
              <a:t>A.STRUCTURAL </a:t>
            </a:r>
            <a:r>
              <a:rPr lang="en-US" dirty="0" smtClean="0"/>
              <a:t>, </a:t>
            </a:r>
            <a:r>
              <a:rPr lang="en-US" dirty="0"/>
              <a:t>neurons are classified according to the number of processes extending from the cell body.</a:t>
            </a:r>
          </a:p>
          <a:p>
            <a:r>
              <a:rPr lang="en-US" dirty="0"/>
              <a:t>1</a:t>
            </a:r>
            <a:r>
              <a:rPr lang="en-US" dirty="0">
                <a:solidFill>
                  <a:srgbClr val="00B050"/>
                </a:solidFill>
              </a:rPr>
              <a:t>. Multipolar</a:t>
            </a:r>
            <a:r>
              <a:rPr lang="en-US" dirty="0"/>
              <a:t> neurons usually have several dendrites and one axon . Most neurons in the brain and spinal cord are of this type, as well as all motor neurons .</a:t>
            </a:r>
          </a:p>
          <a:p>
            <a:r>
              <a:rPr lang="en-US" dirty="0"/>
              <a:t>2</a:t>
            </a:r>
            <a:r>
              <a:rPr lang="en-US" dirty="0">
                <a:solidFill>
                  <a:srgbClr val="00B050"/>
                </a:solidFill>
              </a:rPr>
              <a:t>. Bipolar </a:t>
            </a:r>
            <a:r>
              <a:rPr lang="en-US" dirty="0"/>
              <a:t>neurons have one main dendrite and one axon. They are found in the retina of the eye, the inner ear, and the olfactory (</a:t>
            </a:r>
            <a:r>
              <a:rPr lang="en-US" dirty="0" err="1"/>
              <a:t>olfact</a:t>
            </a:r>
            <a:r>
              <a:rPr lang="en-US" dirty="0"/>
              <a:t>  to smell) area of the brain.</a:t>
            </a:r>
          </a:p>
          <a:p>
            <a:endParaRPr lang="en-GB" dirty="0"/>
          </a:p>
        </p:txBody>
      </p:sp>
    </p:spTree>
    <p:extLst>
      <p:ext uri="{BB962C8B-B14F-4D97-AF65-F5344CB8AC3E}">
        <p14:creationId xmlns:p14="http://schemas.microsoft.com/office/powerpoint/2010/main" val="280969428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04799" y="958851"/>
            <a:ext cx="11563927" cy="5663622"/>
          </a:xfrm>
        </p:spPr>
        <p:txBody>
          <a:bodyPr/>
          <a:lstStyle/>
          <a:p>
            <a:r>
              <a:rPr lang="en-US" dirty="0" smtClean="0"/>
              <a:t>3.</a:t>
            </a:r>
            <a:r>
              <a:rPr lang="en-US" dirty="0" smtClean="0">
                <a:solidFill>
                  <a:srgbClr val="00B050"/>
                </a:solidFill>
              </a:rPr>
              <a:t>Unipolar</a:t>
            </a:r>
            <a:r>
              <a:rPr lang="en-US" dirty="0" smtClean="0"/>
              <a:t> ,  dendrite and </a:t>
            </a:r>
            <a:r>
              <a:rPr lang="en-US" dirty="0"/>
              <a:t>one axon that are fused together to form a continuous process that emerges from the cell body . </a:t>
            </a:r>
            <a:r>
              <a:rPr lang="en-US" dirty="0" smtClean="0"/>
              <a:t>Also  </a:t>
            </a:r>
            <a:r>
              <a:rPr lang="en-US" dirty="0"/>
              <a:t>called </a:t>
            </a:r>
            <a:r>
              <a:rPr lang="en-US" dirty="0" err="1"/>
              <a:t>pseudounipolar</a:t>
            </a:r>
            <a:r>
              <a:rPr lang="en-US" dirty="0"/>
              <a:t> neurons  because they begin in the embryo as bipolar neurons. During development, the dendrites and axon fuse together and become a single process. The dendrites of most unipolar neurons function as sensory receptors that detect a sensory stimulus such as touch, pressure, pain, or thermal stimuli </a:t>
            </a:r>
            <a:r>
              <a:rPr lang="en-US" dirty="0" smtClean="0"/>
              <a:t>The </a:t>
            </a:r>
            <a:r>
              <a:rPr lang="en-US" dirty="0">
                <a:solidFill>
                  <a:schemeClr val="accent4"/>
                </a:solidFill>
              </a:rPr>
              <a:t>trigger zone</a:t>
            </a:r>
            <a:r>
              <a:rPr lang="en-US" dirty="0"/>
              <a:t> for nerve impulses in a unipolar neuron is at the junction of the dendrites and axon . The impulses then propagate toward the synaptic end bulbs. The cell bodies of most unipolar neurons are located in the ganglia of spinal and cranial nerves.</a:t>
            </a:r>
            <a:endParaRPr lang="en-GB" dirty="0"/>
          </a:p>
        </p:txBody>
      </p:sp>
    </p:spTree>
    <p:extLst>
      <p:ext uri="{BB962C8B-B14F-4D97-AF65-F5344CB8AC3E}">
        <p14:creationId xmlns:p14="http://schemas.microsoft.com/office/powerpoint/2010/main" val="348030075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304799" y="120650"/>
            <a:ext cx="11563927" cy="6492586"/>
          </a:xfrm>
        </p:spPr>
        <p:txBody>
          <a:bodyPr/>
          <a:lstStyle/>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120650"/>
            <a:ext cx="11563927" cy="6381750"/>
          </a:xfrm>
          <a:prstGeom prst="rect">
            <a:avLst/>
          </a:prstGeom>
        </p:spPr>
      </p:pic>
    </p:spTree>
    <p:extLst>
      <p:ext uri="{BB962C8B-B14F-4D97-AF65-F5344CB8AC3E}">
        <p14:creationId xmlns:p14="http://schemas.microsoft.com/office/powerpoint/2010/main" val="429017631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304800" y="120649"/>
            <a:ext cx="11573164" cy="6511059"/>
          </a:xfrm>
        </p:spPr>
        <p:txBody>
          <a:bodyPr/>
          <a:lstStyle/>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0648"/>
            <a:ext cx="11573164" cy="6511060"/>
          </a:xfrm>
          <a:prstGeom prst="rect">
            <a:avLst/>
          </a:prstGeom>
        </p:spPr>
      </p:pic>
    </p:spTree>
    <p:extLst>
      <p:ext uri="{BB962C8B-B14F-4D97-AF65-F5344CB8AC3E}">
        <p14:creationId xmlns:p14="http://schemas.microsoft.com/office/powerpoint/2010/main" val="173762127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23273" y="1108364"/>
            <a:ext cx="11545454" cy="5541818"/>
          </a:xfrm>
        </p:spPr>
        <p:txBody>
          <a:bodyPr/>
          <a:lstStyle/>
          <a:p>
            <a:r>
              <a:rPr lang="en-US" dirty="0" smtClean="0"/>
              <a:t>Sensory </a:t>
            </a:r>
            <a:r>
              <a:rPr lang="en-US" dirty="0"/>
              <a:t>receptors that are dendrites of unipolar neurons </a:t>
            </a:r>
            <a:r>
              <a:rPr lang="en-US" dirty="0" err="1"/>
              <a:t>are;a</a:t>
            </a:r>
            <a:r>
              <a:rPr lang="en-US" dirty="0"/>
              <a:t>).A Meissner corpuscle is a touch receptor ,</a:t>
            </a:r>
            <a:r>
              <a:rPr lang="en-US" dirty="0" smtClean="0"/>
              <a:t> </a:t>
            </a:r>
            <a:r>
              <a:rPr lang="en-US" dirty="0"/>
              <a:t>consists </a:t>
            </a:r>
            <a:r>
              <a:rPr lang="en-US" dirty="0" smtClean="0"/>
              <a:t> </a:t>
            </a:r>
            <a:r>
              <a:rPr lang="en-US" dirty="0"/>
              <a:t>a mass of dendrites enclosed </a:t>
            </a:r>
            <a:r>
              <a:rPr lang="en-US" dirty="0" smtClean="0"/>
              <a:t>in  </a:t>
            </a:r>
            <a:r>
              <a:rPr lang="en-US" dirty="0"/>
              <a:t>capsule of connective tissue. (b) A Merkel disc is a touch receptor that consists of free nerve </a:t>
            </a:r>
            <a:r>
              <a:rPr lang="en-US" dirty="0" smtClean="0"/>
              <a:t>endings </a:t>
            </a:r>
            <a:r>
              <a:rPr lang="en-US" dirty="0"/>
              <a:t>that make contact with Merkel </a:t>
            </a:r>
            <a:r>
              <a:rPr lang="en-US" dirty="0" smtClean="0"/>
              <a:t>cells. </a:t>
            </a:r>
            <a:r>
              <a:rPr lang="en-US" dirty="0"/>
              <a:t>(c) A </a:t>
            </a:r>
            <a:r>
              <a:rPr lang="en-US" dirty="0" err="1"/>
              <a:t>pacinian</a:t>
            </a:r>
            <a:r>
              <a:rPr lang="en-US" dirty="0"/>
              <a:t> corpuscle is a pressure receptor composed of a multilayered connective tissue capsule that encloses a dendrite. (d) A nociceptor is a pain receptor that consists of free nerve endings </a:t>
            </a:r>
            <a:r>
              <a:rPr lang="en-US" dirty="0" smtClean="0"/>
              <a:t>. </a:t>
            </a:r>
            <a:r>
              <a:rPr lang="en-US" dirty="0" err="1"/>
              <a:t>Thermoreceptors</a:t>
            </a:r>
            <a:r>
              <a:rPr lang="en-US" dirty="0"/>
              <a:t> (which detect thermal sensations), itch receptors, and tickle receptors resemble nociceptors in that they are unipolar neurons with free nerve endings that serve as sensory receptors.</a:t>
            </a:r>
            <a:endParaRPr lang="en-GB" dirty="0"/>
          </a:p>
        </p:txBody>
      </p:sp>
    </p:spTree>
    <p:extLst>
      <p:ext uri="{BB962C8B-B14F-4D97-AF65-F5344CB8AC3E}">
        <p14:creationId xmlns:p14="http://schemas.microsoft.com/office/powerpoint/2010/main" val="267260938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Functional classification</a:t>
            </a:r>
            <a:endParaRPr lang="en-GB" dirty="0"/>
          </a:p>
        </p:txBody>
      </p:sp>
      <p:sp>
        <p:nvSpPr>
          <p:cNvPr id="3" name="Text Placeholder 2"/>
          <p:cNvSpPr>
            <a:spLocks noGrp="1"/>
          </p:cNvSpPr>
          <p:nvPr>
            <p:ph type="body" idx="1"/>
          </p:nvPr>
        </p:nvSpPr>
        <p:spPr>
          <a:xfrm>
            <a:off x="323273" y="1182255"/>
            <a:ext cx="11536218" cy="5412509"/>
          </a:xfrm>
        </p:spPr>
        <p:txBody>
          <a:bodyPr/>
          <a:lstStyle/>
          <a:p>
            <a:pPr marL="25400" indent="0">
              <a:buNone/>
            </a:pPr>
            <a:r>
              <a:rPr lang="en-US" dirty="0"/>
              <a:t> </a:t>
            </a:r>
            <a:r>
              <a:rPr lang="en-US" dirty="0" smtClean="0"/>
              <a:t>   </a:t>
            </a:r>
            <a:r>
              <a:rPr lang="en-US" dirty="0"/>
              <a:t>Functionally, neurons are classified according to the direction in which the nerve impulse (action potential) is conveyed with respect to the CNS.</a:t>
            </a:r>
          </a:p>
          <a:p>
            <a:r>
              <a:rPr lang="en-US" dirty="0"/>
              <a:t>1. </a:t>
            </a:r>
            <a:r>
              <a:rPr lang="en-US" dirty="0">
                <a:solidFill>
                  <a:srgbClr val="FFC000"/>
                </a:solidFill>
              </a:rPr>
              <a:t>Sensory or afferent neurons </a:t>
            </a:r>
            <a:r>
              <a:rPr lang="en-US" dirty="0"/>
              <a:t>;( </a:t>
            </a:r>
            <a:r>
              <a:rPr lang="en-US" dirty="0" err="1"/>
              <a:t>af</a:t>
            </a:r>
            <a:r>
              <a:rPr lang="en-US" dirty="0"/>
              <a:t>-toward; -</a:t>
            </a:r>
            <a:r>
              <a:rPr lang="en-US" dirty="0" err="1"/>
              <a:t>ferrent</a:t>
            </a:r>
            <a:r>
              <a:rPr lang="en-US" dirty="0"/>
              <a:t>  carried) either contain sensory receptors at their distal ends (dendrites) or are located just after sensory receptors that are separate cells. Once an appropriate stimulus activates a sensory receptor, the sensory neuron forms an action potential in its axon and the action potential is conveyed into the CNS through cranial or spinal nerves. Most sensory neurons are unipolar in structure.</a:t>
            </a:r>
          </a:p>
          <a:p>
            <a:endParaRPr lang="en-GB" dirty="0"/>
          </a:p>
        </p:txBody>
      </p:sp>
    </p:spTree>
    <p:extLst>
      <p:ext uri="{BB962C8B-B14F-4D97-AF65-F5344CB8AC3E}">
        <p14:creationId xmlns:p14="http://schemas.microsoft.com/office/powerpoint/2010/main" val="140903338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23273" y="1256145"/>
            <a:ext cx="11600872" cy="5338619"/>
          </a:xfrm>
        </p:spPr>
        <p:txBody>
          <a:bodyPr/>
          <a:lstStyle/>
          <a:p>
            <a:r>
              <a:rPr lang="en-US" dirty="0"/>
              <a:t>2. </a:t>
            </a:r>
            <a:r>
              <a:rPr lang="en-US" dirty="0">
                <a:solidFill>
                  <a:srgbClr val="FFC000"/>
                </a:solidFill>
              </a:rPr>
              <a:t>Motor or efferent neurons </a:t>
            </a:r>
            <a:r>
              <a:rPr lang="en-US" dirty="0"/>
              <a:t>( </a:t>
            </a:r>
            <a:r>
              <a:rPr lang="en-US" dirty="0" err="1"/>
              <a:t>ef</a:t>
            </a:r>
            <a:r>
              <a:rPr lang="en-US" dirty="0"/>
              <a:t>- away from) convey action potentials away from the CNS to effectors (muscles and glands) in the periphery (PNS) through cranial or spinal nerves . Motor neurons are multipolar in structure.</a:t>
            </a:r>
          </a:p>
          <a:p>
            <a:r>
              <a:rPr lang="en-US" dirty="0"/>
              <a:t>3</a:t>
            </a:r>
            <a:r>
              <a:rPr lang="en-US" dirty="0">
                <a:solidFill>
                  <a:srgbClr val="FFC000"/>
                </a:solidFill>
              </a:rPr>
              <a:t>. Interneurons </a:t>
            </a:r>
            <a:r>
              <a:rPr lang="en-US" dirty="0"/>
              <a:t>or association neurons are mainly located within the CNS between sensory and motor neurons . Interneurons integrate (process) incoming sensory information from sensory neurons and then elicit a motor response by activating the appropriate motor neurons. Most interneurons are multipolar in structure.</a:t>
            </a:r>
          </a:p>
          <a:p>
            <a:endParaRPr lang="en-GB" dirty="0"/>
          </a:p>
        </p:txBody>
      </p:sp>
    </p:spTree>
    <p:extLst>
      <p:ext uri="{BB962C8B-B14F-4D97-AF65-F5344CB8AC3E}">
        <p14:creationId xmlns:p14="http://schemas.microsoft.com/office/powerpoint/2010/main" val="106653538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23273" y="1219200"/>
            <a:ext cx="11517745" cy="5440218"/>
          </a:xfrm>
        </p:spPr>
        <p:txBody>
          <a:bodyPr/>
          <a:lstStyle/>
          <a:p>
            <a:r>
              <a:rPr lang="en-US" u="sng" dirty="0"/>
              <a:t>2</a:t>
            </a:r>
            <a:r>
              <a:rPr lang="en-US" b="1" u="sng" dirty="0"/>
              <a:t>. </a:t>
            </a:r>
            <a:r>
              <a:rPr lang="en-US" b="1" u="sng" dirty="0" smtClean="0"/>
              <a:t>NEURAGLIA</a:t>
            </a:r>
          </a:p>
          <a:p>
            <a:r>
              <a:rPr lang="en-US" dirty="0"/>
              <a:t>Neuroglia or glia make up about half the volume of the CNS. In contrast to neurons, glia do not generate or propagate action potentials, and they can multiply and divide in the mature nervous system. In cases of injury or disease, neuroglia multiply to fill in the spaces formerly occupied by </a:t>
            </a:r>
            <a:r>
              <a:rPr lang="en-US" dirty="0" err="1"/>
              <a:t>neurons.Brain</a:t>
            </a:r>
            <a:r>
              <a:rPr lang="en-US" dirty="0"/>
              <a:t> tumors derived from glia, called gliomas ,tend to be highly malignant and to grow rapidly. Of the six types of neuroglia, includes;</a:t>
            </a:r>
          </a:p>
        </p:txBody>
      </p:sp>
    </p:spTree>
    <p:extLst>
      <p:ext uri="{BB962C8B-B14F-4D97-AF65-F5344CB8AC3E}">
        <p14:creationId xmlns:p14="http://schemas.microsoft.com/office/powerpoint/2010/main" val="89380552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CNS GLIA CELLS</a:t>
            </a:r>
            <a:endParaRPr lang="en-GB" dirty="0"/>
          </a:p>
        </p:txBody>
      </p:sp>
      <p:sp>
        <p:nvSpPr>
          <p:cNvPr id="3" name="Text Placeholder 2"/>
          <p:cNvSpPr>
            <a:spLocks noGrp="1"/>
          </p:cNvSpPr>
          <p:nvPr>
            <p:ph type="body" idx="1"/>
          </p:nvPr>
        </p:nvSpPr>
        <p:spPr>
          <a:xfrm>
            <a:off x="304799" y="1219200"/>
            <a:ext cx="11545455" cy="5375564"/>
          </a:xfrm>
        </p:spPr>
        <p:txBody>
          <a:bodyPr/>
          <a:lstStyle/>
          <a:p>
            <a:r>
              <a:rPr lang="en-US" dirty="0"/>
              <a:t>1.</a:t>
            </a:r>
            <a:r>
              <a:rPr lang="en-US" dirty="0">
                <a:solidFill>
                  <a:srgbClr val="92D050"/>
                </a:solidFill>
              </a:rPr>
              <a:t>ASTROCYTES </a:t>
            </a:r>
            <a:r>
              <a:rPr lang="en-US" dirty="0"/>
              <a:t>( </a:t>
            </a:r>
            <a:r>
              <a:rPr lang="en-US" dirty="0" err="1"/>
              <a:t>astro</a:t>
            </a:r>
            <a:r>
              <a:rPr lang="en-US" dirty="0"/>
              <a:t>- </a:t>
            </a:r>
            <a:r>
              <a:rPr lang="en-US" dirty="0" smtClean="0"/>
              <a:t>star) </a:t>
            </a:r>
            <a:r>
              <a:rPr lang="en-US" dirty="0"/>
              <a:t>;These </a:t>
            </a:r>
            <a:r>
              <a:rPr lang="en-US" dirty="0" smtClean="0"/>
              <a:t>star shaped </a:t>
            </a:r>
            <a:r>
              <a:rPr lang="en-US" dirty="0"/>
              <a:t>cells have many processes and are the largest and most numerous of the neuroglia. There are two types of astrocytes. Protoplasmic astrocytes have many short branching processes and are found in gray matter. Fibrous astrocytes have many long unbranched processes and are located mainly in white matter . The processes of astrocytes make contact with </a:t>
            </a:r>
            <a:r>
              <a:rPr lang="en-US" dirty="0">
                <a:solidFill>
                  <a:srgbClr val="FF0000"/>
                </a:solidFill>
              </a:rPr>
              <a:t>blood capillaries, neurons, and the pia </a:t>
            </a:r>
            <a:r>
              <a:rPr lang="en-US" dirty="0" err="1">
                <a:solidFill>
                  <a:srgbClr val="FF0000"/>
                </a:solidFill>
              </a:rPr>
              <a:t>mater</a:t>
            </a:r>
            <a:r>
              <a:rPr lang="en-US" dirty="0" err="1"/>
              <a:t>.The</a:t>
            </a:r>
            <a:r>
              <a:rPr lang="en-US" dirty="0"/>
              <a:t> functions of astrocytes include the following: </a:t>
            </a:r>
          </a:p>
          <a:p>
            <a:r>
              <a:rPr lang="en-US" dirty="0"/>
              <a:t>1.Astrocytes contain microfilaments that give them considerable strength, </a:t>
            </a:r>
            <a:r>
              <a:rPr lang="en-US" dirty="0" smtClean="0"/>
              <a:t>which enables </a:t>
            </a:r>
            <a:r>
              <a:rPr lang="en-US" dirty="0"/>
              <a:t>them to support neurons. </a:t>
            </a:r>
          </a:p>
        </p:txBody>
      </p:sp>
    </p:spTree>
    <p:extLst>
      <p:ext uri="{BB962C8B-B14F-4D97-AF65-F5344CB8AC3E}">
        <p14:creationId xmlns:p14="http://schemas.microsoft.com/office/powerpoint/2010/main" val="41238909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205315" y="958850"/>
            <a:ext cx="11663411" cy="5682095"/>
          </a:xfrm>
        </p:spPr>
        <p:txBody>
          <a:bodyPr/>
          <a:lstStyle/>
          <a:p>
            <a:r>
              <a:rPr lang="en-US" dirty="0"/>
              <a:t>2.Processes of astrocytes wrapped around blood capillaries isolate neurons of the CNS </a:t>
            </a:r>
            <a:r>
              <a:rPr lang="en-US" dirty="0" smtClean="0"/>
              <a:t>from various </a:t>
            </a:r>
            <a:r>
              <a:rPr lang="en-US" dirty="0"/>
              <a:t>potentially harmful substances in blood by secreting chemicals that maintain the unique selective permeability characteristics of the endothelial cells of the capillaries. In effect, the endothelial cells create a blood–brain barrier, which restricts the movement of substances between the blood and interstitial fluid of the CNS. </a:t>
            </a:r>
          </a:p>
          <a:p>
            <a:r>
              <a:rPr lang="en-US" dirty="0"/>
              <a:t>3.In the embryo, astrocytes secrete chemicals that appear to regulate the growth, migration, and interconnection among neurons in the brain.</a:t>
            </a:r>
          </a:p>
          <a:p>
            <a:endParaRPr lang="en-GB" dirty="0"/>
          </a:p>
        </p:txBody>
      </p:sp>
    </p:spTree>
    <p:extLst>
      <p:ext uri="{BB962C8B-B14F-4D97-AF65-F5344CB8AC3E}">
        <p14:creationId xmlns:p14="http://schemas.microsoft.com/office/powerpoint/2010/main" val="82180068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295563" y="1191491"/>
            <a:ext cx="11628581" cy="5421745"/>
          </a:xfrm>
        </p:spPr>
        <p:txBody>
          <a:bodyPr/>
          <a:lstStyle/>
          <a:p>
            <a:r>
              <a:rPr lang="en-US" dirty="0"/>
              <a:t>4.Astrocytes help to maintain the appropriate chemical environment for the generation of nerve impulses. For example, they regulate the concentration of important ions such as K; take up excess neurotransmitters; and serve as a conduit for the passage of nutrients and other substances between blood capillaries and neurons.</a:t>
            </a:r>
          </a:p>
          <a:p>
            <a:r>
              <a:rPr lang="en-US" dirty="0"/>
              <a:t>5.Astrocytes may also play a role in learning and memory by influencing the formation of neural synapses </a:t>
            </a:r>
          </a:p>
          <a:p>
            <a:r>
              <a:rPr lang="en-US" dirty="0">
                <a:solidFill>
                  <a:srgbClr val="92D050"/>
                </a:solidFill>
              </a:rPr>
              <a:t>2.OLIGODENDROCYTES</a:t>
            </a:r>
            <a:r>
              <a:rPr lang="en-US" dirty="0"/>
              <a:t> ( oligo-  few;-</a:t>
            </a:r>
            <a:r>
              <a:rPr lang="en-US" dirty="0" err="1"/>
              <a:t>dendro</a:t>
            </a:r>
            <a:r>
              <a:rPr lang="en-US" dirty="0"/>
              <a:t>-  tree); These resemble astrocytes but are smaller and contain fewer processes.</a:t>
            </a:r>
          </a:p>
          <a:p>
            <a:endParaRPr lang="en-GB" dirty="0"/>
          </a:p>
        </p:txBody>
      </p:sp>
    </p:spTree>
    <p:extLst>
      <p:ext uri="{BB962C8B-B14F-4D97-AF65-F5344CB8AC3E}">
        <p14:creationId xmlns:p14="http://schemas.microsoft.com/office/powerpoint/2010/main" val="179818209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04800" y="1182255"/>
            <a:ext cx="11582400" cy="5486400"/>
          </a:xfrm>
        </p:spPr>
        <p:txBody>
          <a:bodyPr/>
          <a:lstStyle/>
          <a:p>
            <a:r>
              <a:rPr lang="en-US" dirty="0"/>
              <a:t>Oligodendrocyte processes are responsible for forming and maintaining the myelin sheath around CNS axons. Myelin sheath is a multilayered lipid and protein covering around some axons that insulates them and increases the speed of nerve impulse conduction. Such axons are said to be myelinated.</a:t>
            </a:r>
          </a:p>
          <a:p>
            <a:r>
              <a:rPr lang="en-US" dirty="0"/>
              <a:t>3</a:t>
            </a:r>
            <a:r>
              <a:rPr lang="en-US" dirty="0">
                <a:solidFill>
                  <a:srgbClr val="92D050"/>
                </a:solidFill>
              </a:rPr>
              <a:t>.MICROGLIA</a:t>
            </a:r>
            <a:r>
              <a:rPr lang="en-US" dirty="0"/>
              <a:t> ; Function as phagocytes. Like tissue macrophages, they remove cellular debris formed during normal development of the nervous system and phagocytize microbes and damaged nervous tissue.</a:t>
            </a:r>
          </a:p>
        </p:txBody>
      </p:sp>
    </p:spTree>
    <p:extLst>
      <p:ext uri="{BB962C8B-B14F-4D97-AF65-F5344CB8AC3E}">
        <p14:creationId xmlns:p14="http://schemas.microsoft.com/office/powerpoint/2010/main" val="401568558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205315" y="1219200"/>
            <a:ext cx="11709593" cy="4906962"/>
          </a:xfrm>
        </p:spPr>
        <p:txBody>
          <a:bodyPr/>
          <a:lstStyle/>
          <a:p>
            <a:r>
              <a:rPr lang="en-US" dirty="0">
                <a:solidFill>
                  <a:srgbClr val="92D050"/>
                </a:solidFill>
              </a:rPr>
              <a:t>4.EPENDYMAL CELLS </a:t>
            </a:r>
            <a:r>
              <a:rPr lang="en-US" dirty="0"/>
              <a:t>( </a:t>
            </a:r>
            <a:r>
              <a:rPr lang="en-US" dirty="0" err="1"/>
              <a:t>epen</a:t>
            </a:r>
            <a:r>
              <a:rPr lang="en-US" dirty="0"/>
              <a:t>-  above; -</a:t>
            </a:r>
            <a:r>
              <a:rPr lang="en-US" dirty="0" err="1"/>
              <a:t>dym</a:t>
            </a:r>
            <a:r>
              <a:rPr lang="en-US" dirty="0"/>
              <a:t>- garment) ; are cuboidal to columnar cells arranged in a single layer that possess microvilli and cilia. These cells line the ventricles of the brain and central canal of the spinal cord . Functionally, ependymal cells produce, possibly monitor, and assist in the circulation of cerebrospinal fluid. They also form the blood–cerebrospinal fluid barrier</a:t>
            </a:r>
            <a:endParaRPr lang="en-GB" dirty="0"/>
          </a:p>
        </p:txBody>
      </p:sp>
    </p:spTree>
    <p:extLst>
      <p:ext uri="{BB962C8B-B14F-4D97-AF65-F5344CB8AC3E}">
        <p14:creationId xmlns:p14="http://schemas.microsoft.com/office/powerpoint/2010/main" val="39320522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323273" y="120650"/>
            <a:ext cx="11563927" cy="6483350"/>
          </a:xfrm>
        </p:spPr>
        <p:txBody>
          <a:bodyPr/>
          <a:lstStyle/>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273" y="120650"/>
            <a:ext cx="11563927" cy="6409459"/>
          </a:xfrm>
          <a:prstGeom prst="rect">
            <a:avLst/>
          </a:prstGeom>
        </p:spPr>
      </p:pic>
    </p:spTree>
    <p:extLst>
      <p:ext uri="{BB962C8B-B14F-4D97-AF65-F5344CB8AC3E}">
        <p14:creationId xmlns:p14="http://schemas.microsoft.com/office/powerpoint/2010/main" val="162246646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accent2"/>
                </a:solidFill>
              </a:rPr>
              <a:t>Neuroglia of the PNS</a:t>
            </a:r>
          </a:p>
        </p:txBody>
      </p:sp>
      <p:sp>
        <p:nvSpPr>
          <p:cNvPr id="3" name="Text Placeholder 2"/>
          <p:cNvSpPr>
            <a:spLocks noGrp="1"/>
          </p:cNvSpPr>
          <p:nvPr>
            <p:ph type="body" idx="1"/>
          </p:nvPr>
        </p:nvSpPr>
        <p:spPr>
          <a:xfrm>
            <a:off x="304799" y="958850"/>
            <a:ext cx="11563927" cy="5737514"/>
          </a:xfrm>
        </p:spPr>
        <p:txBody>
          <a:bodyPr/>
          <a:lstStyle/>
          <a:p>
            <a:r>
              <a:rPr lang="en-US" dirty="0"/>
              <a:t>1.SCHWANN CELLS ; </a:t>
            </a:r>
            <a:r>
              <a:rPr lang="en-US" dirty="0" smtClean="0"/>
              <a:t> </a:t>
            </a:r>
            <a:r>
              <a:rPr lang="en-US" dirty="0"/>
              <a:t>Like oligodendrocytes, they form the myelin sheath around axons. However, a single oligodendrocyte </a:t>
            </a:r>
            <a:r>
              <a:rPr lang="en-US" dirty="0" err="1"/>
              <a:t>myelinates</a:t>
            </a:r>
            <a:r>
              <a:rPr lang="en-US" dirty="0"/>
              <a:t> several axons, but each Schwann cell </a:t>
            </a:r>
            <a:r>
              <a:rPr lang="en-US" dirty="0" err="1"/>
              <a:t>myelinates</a:t>
            </a:r>
            <a:r>
              <a:rPr lang="en-US" dirty="0"/>
              <a:t> a single axon . A single Schwann cell can also enclose as many as 20 or more unmyelinated axons </a:t>
            </a:r>
            <a:r>
              <a:rPr lang="en-US" dirty="0" smtClean="0"/>
              <a:t> </a:t>
            </a:r>
            <a:r>
              <a:rPr lang="en-US" dirty="0"/>
              <a:t>. Schwann cells participate in axon regeneration, which is more easily accomplished in the PNS than in the CNS.</a:t>
            </a:r>
          </a:p>
          <a:p>
            <a:r>
              <a:rPr lang="en-US" dirty="0"/>
              <a:t>2.SATELLITE CELLS </a:t>
            </a:r>
            <a:r>
              <a:rPr lang="en-US" dirty="0" smtClean="0"/>
              <a:t>;</a:t>
            </a:r>
            <a:r>
              <a:rPr lang="en-US" dirty="0"/>
              <a:t>S</a:t>
            </a:r>
            <a:r>
              <a:rPr lang="en-US" dirty="0" smtClean="0"/>
              <a:t>urround </a:t>
            </a:r>
            <a:r>
              <a:rPr lang="en-US" dirty="0"/>
              <a:t>the cell bodies of neurons of PNS ganglia. Besides providing structural support, satellite cells regulate the exchanges of materials between neuronal cell bodies and interstitial fluid.</a:t>
            </a:r>
          </a:p>
          <a:p>
            <a:endParaRPr lang="en-GB" dirty="0"/>
          </a:p>
        </p:txBody>
      </p:sp>
    </p:spTree>
    <p:extLst>
      <p:ext uri="{BB962C8B-B14F-4D97-AF65-F5344CB8AC3E}">
        <p14:creationId xmlns:p14="http://schemas.microsoft.com/office/powerpoint/2010/main" val="379571514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304800" y="120649"/>
            <a:ext cx="11573164" cy="6501823"/>
          </a:xfrm>
        </p:spPr>
        <p:txBody>
          <a:bodyPr/>
          <a:lstStyle/>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0648"/>
            <a:ext cx="11490036" cy="6501824"/>
          </a:xfrm>
          <a:prstGeom prst="rect">
            <a:avLst/>
          </a:prstGeom>
        </p:spPr>
      </p:pic>
    </p:spTree>
    <p:extLst>
      <p:ext uri="{BB962C8B-B14F-4D97-AF65-F5344CB8AC3E}">
        <p14:creationId xmlns:p14="http://schemas.microsoft.com/office/powerpoint/2010/main" val="29958170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Myelination</a:t>
            </a:r>
          </a:p>
        </p:txBody>
      </p:sp>
      <p:sp>
        <p:nvSpPr>
          <p:cNvPr id="3" name="Text Placeholder 2"/>
          <p:cNvSpPr>
            <a:spLocks noGrp="1"/>
          </p:cNvSpPr>
          <p:nvPr>
            <p:ph type="body" idx="1"/>
          </p:nvPr>
        </p:nvSpPr>
        <p:spPr>
          <a:xfrm>
            <a:off x="138545" y="958850"/>
            <a:ext cx="11730181" cy="5617441"/>
          </a:xfrm>
        </p:spPr>
        <p:txBody>
          <a:bodyPr/>
          <a:lstStyle/>
          <a:p>
            <a:r>
              <a:rPr lang="en-US" dirty="0"/>
              <a:t>Axons  are surrounded by a multilayered lipid and protein covering, called the myelin sheath, are said to be myelinated . The sheath electrically insulates the axon of a neuron and increases the speed of nerve impulse </a:t>
            </a:r>
            <a:r>
              <a:rPr lang="en-US" dirty="0" err="1"/>
              <a:t>conduction.Two</a:t>
            </a:r>
            <a:r>
              <a:rPr lang="en-US" dirty="0"/>
              <a:t> types of neuroglia produce myelin sheaths: Schwann cells(in the PNS) and oligodendrocytes (in the CNS). Schwann cells begin to form myelin sheaths around axons during fetal </a:t>
            </a:r>
            <a:r>
              <a:rPr lang="en-US" dirty="0" err="1"/>
              <a:t>development.Each</a:t>
            </a:r>
            <a:r>
              <a:rPr lang="en-US" dirty="0"/>
              <a:t> Schwann cell wraps about 1 millimeter  of a single axon’s length by spiraling many times around the axon. Eventually, multiple layers of glial plasma membrane surround the axon, with the Schwann cell’s cytoplasm and nucleus forming the outermost layer.</a:t>
            </a:r>
            <a:endParaRPr lang="en-GB" dirty="0"/>
          </a:p>
        </p:txBody>
      </p:sp>
    </p:spTree>
    <p:extLst>
      <p:ext uri="{BB962C8B-B14F-4D97-AF65-F5344CB8AC3E}">
        <p14:creationId xmlns:p14="http://schemas.microsoft.com/office/powerpoint/2010/main" val="389500294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286327" y="958851"/>
            <a:ext cx="11508509" cy="5682094"/>
          </a:xfrm>
        </p:spPr>
        <p:txBody>
          <a:bodyPr/>
          <a:lstStyle/>
          <a:p>
            <a:r>
              <a:rPr lang="en-US" dirty="0"/>
              <a:t>The inner portion, consisting of up to 100 layers of Schwann cell membrane, is the myelin sheath. The outer nucleated cytoplasmic layer of the Schwann cell, which encloses the myelin sheath, is the </a:t>
            </a:r>
            <a:r>
              <a:rPr lang="en-US" dirty="0" err="1" smtClean="0"/>
              <a:t>neurolemma</a:t>
            </a:r>
            <a:r>
              <a:rPr lang="en-US" dirty="0" smtClean="0"/>
              <a:t> . </a:t>
            </a:r>
            <a:r>
              <a:rPr lang="en-US" dirty="0"/>
              <a:t>A </a:t>
            </a:r>
            <a:r>
              <a:rPr lang="en-US" dirty="0" err="1"/>
              <a:t>neurolemma</a:t>
            </a:r>
            <a:r>
              <a:rPr lang="en-US" dirty="0"/>
              <a:t> is found only around axons in the PNS. When an axon is injured, the </a:t>
            </a:r>
            <a:r>
              <a:rPr lang="en-US" dirty="0" err="1"/>
              <a:t>neurolemma</a:t>
            </a:r>
            <a:r>
              <a:rPr lang="en-US" dirty="0"/>
              <a:t> aids regeneration by forming a regeneration tube that guides and stimulates regrowth of the axon. Gaps in the myelin sheath, called nodes of Ranvier , appear at intervals along the axon .In the CNS, an oligodendrocyte </a:t>
            </a:r>
            <a:r>
              <a:rPr lang="en-US" dirty="0" err="1"/>
              <a:t>myelinates</a:t>
            </a:r>
            <a:r>
              <a:rPr lang="en-US" dirty="0"/>
              <a:t> parts of several </a:t>
            </a:r>
            <a:r>
              <a:rPr lang="en-US" dirty="0" err="1"/>
              <a:t>axons.Each</a:t>
            </a:r>
            <a:r>
              <a:rPr lang="en-US" dirty="0"/>
              <a:t> oligodendrocyte puts forth about 15 broad, flat processes that spiral around CNS axons, forming a myelin sheath.</a:t>
            </a:r>
            <a:endParaRPr lang="en-GB" dirty="0"/>
          </a:p>
        </p:txBody>
      </p:sp>
    </p:spTree>
    <p:extLst>
      <p:ext uri="{BB962C8B-B14F-4D97-AF65-F5344CB8AC3E}">
        <p14:creationId xmlns:p14="http://schemas.microsoft.com/office/powerpoint/2010/main" val="349263385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Contuation</a:t>
            </a:r>
            <a:r>
              <a:rPr lang="en-US" dirty="0" smtClean="0"/>
              <a:t>….</a:t>
            </a:r>
            <a:endParaRPr lang="en-GB" dirty="0"/>
          </a:p>
        </p:txBody>
      </p:sp>
      <p:sp>
        <p:nvSpPr>
          <p:cNvPr id="3" name="Text Placeholder 2"/>
          <p:cNvSpPr>
            <a:spLocks noGrp="1"/>
          </p:cNvSpPr>
          <p:nvPr>
            <p:ph type="body" idx="1"/>
          </p:nvPr>
        </p:nvSpPr>
        <p:spPr>
          <a:xfrm>
            <a:off x="304800" y="1219199"/>
            <a:ext cx="11573164" cy="5357091"/>
          </a:xfrm>
        </p:spPr>
        <p:txBody>
          <a:bodyPr/>
          <a:lstStyle/>
          <a:p>
            <a:r>
              <a:rPr lang="en-US" dirty="0"/>
              <a:t>A </a:t>
            </a:r>
            <a:r>
              <a:rPr lang="en-US" dirty="0" err="1"/>
              <a:t>neurolemma</a:t>
            </a:r>
            <a:r>
              <a:rPr lang="en-US" dirty="0"/>
              <a:t> is not present, because the oligodendrocyte cell body and nucleus do not envelop the axon. Nodes of Ranvier are present, but they are fewer in number. Axons in the CNS display little regrowth after injury. This is thought to be due, in part, to the absence of a </a:t>
            </a:r>
            <a:r>
              <a:rPr lang="en-US" dirty="0" err="1"/>
              <a:t>neurolemma</a:t>
            </a:r>
            <a:r>
              <a:rPr lang="en-US" dirty="0"/>
              <a:t>, and in part to an inhibitory influence exerted by the oligodendrocytes on axon regrowth.</a:t>
            </a:r>
            <a:endParaRPr lang="en-GB" dirty="0"/>
          </a:p>
        </p:txBody>
      </p:sp>
    </p:spTree>
    <p:extLst>
      <p:ext uri="{BB962C8B-B14F-4D97-AF65-F5344CB8AC3E}">
        <p14:creationId xmlns:p14="http://schemas.microsoft.com/office/powerpoint/2010/main" val="99638584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323273" y="120650"/>
            <a:ext cx="11526982" cy="6492586"/>
          </a:xfrm>
        </p:spPr>
        <p:txBody>
          <a:bodyPr/>
          <a:lstStyle/>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273" y="120650"/>
            <a:ext cx="11526982" cy="6409459"/>
          </a:xfrm>
          <a:prstGeom prst="rect">
            <a:avLst/>
          </a:prstGeom>
        </p:spPr>
      </p:pic>
    </p:spTree>
    <p:extLst>
      <p:ext uri="{BB962C8B-B14F-4D97-AF65-F5344CB8AC3E}">
        <p14:creationId xmlns:p14="http://schemas.microsoft.com/office/powerpoint/2010/main" val="221569467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316" y="277090"/>
            <a:ext cx="8839200" cy="681759"/>
          </a:xfrm>
        </p:spPr>
        <p:txBody>
          <a:bodyPr/>
          <a:lstStyle/>
          <a:p>
            <a:r>
              <a:rPr lang="en-GB" dirty="0">
                <a:solidFill>
                  <a:schemeClr val="accent2"/>
                </a:solidFill>
              </a:rPr>
              <a:t>Terminologies</a:t>
            </a:r>
            <a:r>
              <a:rPr lang="en-GB" dirty="0"/>
              <a:t/>
            </a:r>
            <a:br>
              <a:rPr lang="en-GB" dirty="0"/>
            </a:br>
            <a:endParaRPr lang="en-GB" dirty="0"/>
          </a:p>
        </p:txBody>
      </p:sp>
      <p:sp>
        <p:nvSpPr>
          <p:cNvPr id="3" name="Text Placeholder 2"/>
          <p:cNvSpPr>
            <a:spLocks noGrp="1"/>
          </p:cNvSpPr>
          <p:nvPr>
            <p:ph type="body" idx="1"/>
          </p:nvPr>
        </p:nvSpPr>
        <p:spPr>
          <a:xfrm>
            <a:off x="295564" y="1145309"/>
            <a:ext cx="11591636" cy="5477164"/>
          </a:xfrm>
        </p:spPr>
        <p:txBody>
          <a:bodyPr/>
          <a:lstStyle/>
          <a:p>
            <a:r>
              <a:rPr lang="en-US" dirty="0">
                <a:solidFill>
                  <a:schemeClr val="bg2"/>
                </a:solidFill>
              </a:rPr>
              <a:t>1.Clusters of Neuronal Cell </a:t>
            </a:r>
            <a:r>
              <a:rPr lang="en-US" dirty="0" err="1" smtClean="0">
                <a:solidFill>
                  <a:schemeClr val="bg2"/>
                </a:solidFill>
              </a:rPr>
              <a:t>Bodies;</a:t>
            </a:r>
            <a:r>
              <a:rPr lang="en-US" dirty="0" err="1" smtClean="0"/>
              <a:t>A</a:t>
            </a:r>
            <a:r>
              <a:rPr lang="en-US" dirty="0" smtClean="0"/>
              <a:t> </a:t>
            </a:r>
            <a:r>
              <a:rPr lang="en-US" dirty="0"/>
              <a:t>ganglion (plural is ganglia) refers to a cluster of neuronal cell bodies located in the PNS. ganglia are closely associated with cranial and spinal nerves. By </a:t>
            </a:r>
            <a:r>
              <a:rPr lang="en-US" dirty="0" err="1"/>
              <a:t>contrast,a</a:t>
            </a:r>
            <a:r>
              <a:rPr lang="en-US" dirty="0"/>
              <a:t> nucleus is a cluster of neuronal cell bodies located in the CNS.</a:t>
            </a:r>
          </a:p>
          <a:p>
            <a:r>
              <a:rPr lang="en-US" dirty="0">
                <a:solidFill>
                  <a:schemeClr val="bg2"/>
                </a:solidFill>
              </a:rPr>
              <a:t>2.Bundles of </a:t>
            </a:r>
            <a:r>
              <a:rPr lang="en-US" dirty="0" err="1" smtClean="0">
                <a:solidFill>
                  <a:schemeClr val="bg2"/>
                </a:solidFill>
              </a:rPr>
              <a:t>Axons;</a:t>
            </a:r>
            <a:r>
              <a:rPr lang="en-US" dirty="0" err="1" smtClean="0"/>
              <a:t>A</a:t>
            </a:r>
            <a:r>
              <a:rPr lang="en-US" dirty="0" smtClean="0"/>
              <a:t> </a:t>
            </a:r>
            <a:r>
              <a:rPr lang="en-US" dirty="0"/>
              <a:t>nerve is a bundle of axons that is located in the </a:t>
            </a:r>
            <a:r>
              <a:rPr lang="en-US" dirty="0" err="1"/>
              <a:t>PNS.Cranial</a:t>
            </a:r>
            <a:r>
              <a:rPr lang="en-US" dirty="0"/>
              <a:t> nerves connect the brain to the periphery, whereas spinal nerves connect the spinal cord to the periphery. A tract is a </a:t>
            </a:r>
            <a:r>
              <a:rPr lang="en-US" dirty="0" err="1"/>
              <a:t>bundleof</a:t>
            </a:r>
            <a:r>
              <a:rPr lang="en-US" dirty="0"/>
              <a:t> axons that is located in the CNS. Tracts interconnect neurons in the spinal cord and brain.</a:t>
            </a:r>
          </a:p>
          <a:p>
            <a:endParaRPr lang="en-GB" dirty="0"/>
          </a:p>
        </p:txBody>
      </p:sp>
    </p:spTree>
    <p:extLst>
      <p:ext uri="{BB962C8B-B14F-4D97-AF65-F5344CB8AC3E}">
        <p14:creationId xmlns:p14="http://schemas.microsoft.com/office/powerpoint/2010/main" val="181862041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0" y="958850"/>
            <a:ext cx="11877964" cy="5645150"/>
          </a:xfrm>
        </p:spPr>
        <p:txBody>
          <a:bodyPr/>
          <a:lstStyle/>
          <a:p>
            <a:r>
              <a:rPr lang="en-US" dirty="0"/>
              <a:t>3.Gray and White </a:t>
            </a:r>
            <a:r>
              <a:rPr lang="en-US" dirty="0" err="1" smtClean="0"/>
              <a:t>Matter;White</a:t>
            </a:r>
            <a:r>
              <a:rPr lang="en-US" dirty="0" smtClean="0"/>
              <a:t> </a:t>
            </a:r>
            <a:r>
              <a:rPr lang="en-US" dirty="0"/>
              <a:t>matter is composed primarily of myelinated axons. The whitish color of myelin gives white matter its </a:t>
            </a:r>
            <a:r>
              <a:rPr lang="en-US" dirty="0" err="1"/>
              <a:t>name.The</a:t>
            </a:r>
            <a:r>
              <a:rPr lang="en-US" dirty="0"/>
              <a:t> gray matter of the nervous system contains neuronal cell bodies, dendrites, unmyelinated axons, axon terminals, and </a:t>
            </a:r>
            <a:r>
              <a:rPr lang="en-US" dirty="0" err="1"/>
              <a:t>neuroglia.It</a:t>
            </a:r>
            <a:r>
              <a:rPr lang="en-US" dirty="0"/>
              <a:t> appears grayish, rather than white, because the Nissl bodies impart a gray color and there is little or no myelin in these areas. Blood vessels are present in both white and gray matter. In the spinal cord, the white matter surrounds an inner core of gray matter that, </a:t>
            </a:r>
            <a:r>
              <a:rPr lang="en-US" dirty="0" smtClean="0"/>
              <a:t>its shaped </a:t>
            </a:r>
            <a:r>
              <a:rPr lang="en-US" dirty="0"/>
              <a:t>like a butterfly or the letter H; in the brain, a thin shell of gray matter covers the surface of the largest portions of the brain, the cerebrum and cerebellum .</a:t>
            </a:r>
          </a:p>
          <a:p>
            <a:endParaRPr lang="en-GB" dirty="0"/>
          </a:p>
        </p:txBody>
      </p:sp>
    </p:spTree>
    <p:extLst>
      <p:ext uri="{BB962C8B-B14F-4D97-AF65-F5344CB8AC3E}">
        <p14:creationId xmlns:p14="http://schemas.microsoft.com/office/powerpoint/2010/main" val="152034610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304799" y="120650"/>
            <a:ext cx="11563927" cy="6474114"/>
          </a:xfrm>
        </p:spPr>
        <p:txBody>
          <a:bodyPr/>
          <a:lstStyle/>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8" y="120650"/>
            <a:ext cx="11563927" cy="6390986"/>
          </a:xfrm>
          <a:prstGeom prst="rect">
            <a:avLst/>
          </a:prstGeom>
        </p:spPr>
      </p:pic>
    </p:spTree>
    <p:extLst>
      <p:ext uri="{BB962C8B-B14F-4D97-AF65-F5344CB8AC3E}">
        <p14:creationId xmlns:p14="http://schemas.microsoft.com/office/powerpoint/2010/main" val="134462687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FF0000"/>
                </a:solidFill>
              </a:rPr>
              <a:t>RESTING MEMBRANE POTENTIAL</a:t>
            </a:r>
          </a:p>
        </p:txBody>
      </p:sp>
      <p:sp>
        <p:nvSpPr>
          <p:cNvPr id="3" name="Text Placeholder 2"/>
          <p:cNvSpPr>
            <a:spLocks noGrp="1"/>
          </p:cNvSpPr>
          <p:nvPr>
            <p:ph type="body" idx="1"/>
          </p:nvPr>
        </p:nvSpPr>
        <p:spPr>
          <a:xfrm>
            <a:off x="295564" y="1062182"/>
            <a:ext cx="11591636" cy="5523345"/>
          </a:xfrm>
        </p:spPr>
        <p:txBody>
          <a:bodyPr/>
          <a:lstStyle/>
          <a:p>
            <a:r>
              <a:rPr lang="en-US" dirty="0"/>
              <a:t>Its the electrical voltage difference across the cell at </a:t>
            </a:r>
            <a:r>
              <a:rPr lang="en-US" dirty="0" err="1"/>
              <a:t>rest.In</a:t>
            </a:r>
            <a:r>
              <a:rPr lang="en-US" dirty="0"/>
              <a:t> neurons, the resting membrane potential </a:t>
            </a:r>
            <a:r>
              <a:rPr lang="en-US" dirty="0" smtClean="0"/>
              <a:t>typical </a:t>
            </a:r>
            <a:r>
              <a:rPr lang="en-US" dirty="0"/>
              <a:t>value is -70 mV. The minus sign indicates that the inside of the cell is negative relative to the </a:t>
            </a:r>
            <a:r>
              <a:rPr lang="en-US" dirty="0" err="1" smtClean="0"/>
              <a:t>outside.Major</a:t>
            </a:r>
            <a:r>
              <a:rPr lang="en-US" dirty="0" smtClean="0"/>
              <a:t> </a:t>
            </a:r>
            <a:r>
              <a:rPr lang="en-US" dirty="0"/>
              <a:t>factor that contributes to the inside-negative resting membrane potential of a cell is the unequal distribution of ions in the ECF and cytosol. The ECF is rich in Na+ and Cl– ions and the cytosol is rich in K +ions and anions such as phosphates in ATP and amino acids in proteins. Because the plasma membrane has more +K </a:t>
            </a:r>
            <a:r>
              <a:rPr lang="en-US" dirty="0">
                <a:solidFill>
                  <a:schemeClr val="accent1"/>
                </a:solidFill>
              </a:rPr>
              <a:t>leak channels </a:t>
            </a:r>
            <a:r>
              <a:rPr lang="en-US" dirty="0"/>
              <a:t>than Na leak channels, the number of K ions that leave the cell is greater than the number of + Na ions that enter the cell.</a:t>
            </a:r>
          </a:p>
          <a:p>
            <a:endParaRPr lang="en-GB" dirty="0"/>
          </a:p>
        </p:txBody>
      </p:sp>
    </p:spTree>
    <p:extLst>
      <p:ext uri="{BB962C8B-B14F-4D97-AF65-F5344CB8AC3E}">
        <p14:creationId xmlns:p14="http://schemas.microsoft.com/office/powerpoint/2010/main" val="122276845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23273" y="1219199"/>
            <a:ext cx="11508509" cy="5421745"/>
          </a:xfrm>
        </p:spPr>
        <p:txBody>
          <a:bodyPr/>
          <a:lstStyle/>
          <a:p>
            <a:r>
              <a:rPr lang="en-US" dirty="0"/>
              <a:t> The activity of the </a:t>
            </a:r>
            <a:r>
              <a:rPr lang="en-US" dirty="0" smtClean="0">
                <a:solidFill>
                  <a:schemeClr val="accent1"/>
                </a:solidFill>
              </a:rPr>
              <a:t>Na+/K+ </a:t>
            </a:r>
            <a:r>
              <a:rPr lang="en-US" dirty="0" err="1">
                <a:solidFill>
                  <a:schemeClr val="accent1"/>
                </a:solidFill>
              </a:rPr>
              <a:t>ATPases</a:t>
            </a:r>
            <a:r>
              <a:rPr lang="en-US" dirty="0">
                <a:solidFill>
                  <a:schemeClr val="accent1"/>
                </a:solidFill>
              </a:rPr>
              <a:t> </a:t>
            </a:r>
            <a:r>
              <a:rPr lang="en-US" dirty="0"/>
              <a:t>is another factor that contributes to the resting membrane potential. The </a:t>
            </a:r>
            <a:r>
              <a:rPr lang="en-US" dirty="0" smtClean="0"/>
              <a:t>Na+/</a:t>
            </a:r>
            <a:r>
              <a:rPr lang="en-US" dirty="0"/>
              <a:t>K </a:t>
            </a:r>
            <a:r>
              <a:rPr lang="en-US" dirty="0" smtClean="0"/>
              <a:t>+ATPase </a:t>
            </a:r>
            <a:r>
              <a:rPr lang="en-US" dirty="0"/>
              <a:t>expels 3 </a:t>
            </a:r>
            <a:r>
              <a:rPr lang="en-US" dirty="0" smtClean="0"/>
              <a:t>Na+ </a:t>
            </a:r>
            <a:r>
              <a:rPr lang="en-US" dirty="0"/>
              <a:t>ions for every 2 K </a:t>
            </a:r>
            <a:r>
              <a:rPr lang="en-US" dirty="0" smtClean="0"/>
              <a:t>+ions </a:t>
            </a:r>
            <a:r>
              <a:rPr lang="en-US" dirty="0"/>
              <a:t>imported. Since the Na/K ATPase removes more positive charges from the cell than it brings into the cell, it is </a:t>
            </a:r>
            <a:r>
              <a:rPr lang="en-US" dirty="0" err="1"/>
              <a:t>electrogenic</a:t>
            </a:r>
            <a:r>
              <a:rPr lang="en-US" dirty="0"/>
              <a:t> and helps establish the inside-negative resting membrane </a:t>
            </a:r>
            <a:r>
              <a:rPr lang="en-US" dirty="0" err="1"/>
              <a:t>potential.Their</a:t>
            </a:r>
            <a:r>
              <a:rPr lang="en-US" dirty="0"/>
              <a:t> total contribution, however, is very small: only 3 mV of the total -70 mV resting membrane potential in a typical neuron.</a:t>
            </a:r>
          </a:p>
          <a:p>
            <a:endParaRPr lang="en-GB" dirty="0"/>
          </a:p>
        </p:txBody>
      </p:sp>
    </p:spTree>
    <p:extLst>
      <p:ext uri="{BB962C8B-B14F-4D97-AF65-F5344CB8AC3E}">
        <p14:creationId xmlns:p14="http://schemas.microsoft.com/office/powerpoint/2010/main" val="69537424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323273" y="120650"/>
            <a:ext cx="11499272" cy="6474114"/>
          </a:xfrm>
        </p:spPr>
        <p:txBody>
          <a:bodyPr/>
          <a:lstStyle/>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273" y="120650"/>
            <a:ext cx="11499272" cy="6474114"/>
          </a:xfrm>
          <a:prstGeom prst="rect">
            <a:avLst/>
          </a:prstGeom>
        </p:spPr>
      </p:pic>
    </p:spTree>
    <p:extLst>
      <p:ext uri="{BB962C8B-B14F-4D97-AF65-F5344CB8AC3E}">
        <p14:creationId xmlns:p14="http://schemas.microsoft.com/office/powerpoint/2010/main" val="407854280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GRADED POTENTIAL</a:t>
            </a:r>
          </a:p>
        </p:txBody>
      </p:sp>
      <p:sp>
        <p:nvSpPr>
          <p:cNvPr id="3" name="Text Placeholder 2"/>
          <p:cNvSpPr>
            <a:spLocks noGrp="1"/>
          </p:cNvSpPr>
          <p:nvPr>
            <p:ph type="body" idx="1"/>
          </p:nvPr>
        </p:nvSpPr>
        <p:spPr>
          <a:xfrm>
            <a:off x="323273" y="1089891"/>
            <a:ext cx="11517745" cy="5495636"/>
          </a:xfrm>
        </p:spPr>
        <p:txBody>
          <a:bodyPr/>
          <a:lstStyle/>
          <a:p>
            <a:r>
              <a:rPr lang="en-US" dirty="0" smtClean="0"/>
              <a:t>Its a </a:t>
            </a:r>
            <a:r>
              <a:rPr lang="en-US" dirty="0"/>
              <a:t>small deviation from the membrane potential that makes the membrane either more polarized </a:t>
            </a:r>
            <a:r>
              <a:rPr lang="en-US" dirty="0" smtClean="0"/>
              <a:t> </a:t>
            </a:r>
            <a:r>
              <a:rPr lang="en-US" dirty="0"/>
              <a:t>or less </a:t>
            </a:r>
            <a:r>
              <a:rPr lang="en-US" dirty="0" smtClean="0"/>
              <a:t>polarized. </a:t>
            </a:r>
            <a:r>
              <a:rPr lang="en-US" dirty="0"/>
              <a:t>When the response makes the membrane more polarized </a:t>
            </a:r>
            <a:r>
              <a:rPr lang="en-US" dirty="0" smtClean="0"/>
              <a:t>,it </a:t>
            </a:r>
            <a:r>
              <a:rPr lang="en-US" dirty="0"/>
              <a:t>is termed a hyperpolarizing graded potential . When the response makes the membrane less polarized (inside less negative), it is termed a depolarizing graded potential .A graded potential occurs when a stimulus causes mechanically gated or ligand-gated channels to open or close in an excitable cell’s plasma membrane </a:t>
            </a:r>
            <a:r>
              <a:rPr lang="en-US" dirty="0" smtClean="0"/>
              <a:t>. Typically, ligand-gated </a:t>
            </a:r>
            <a:r>
              <a:rPr lang="en-US" dirty="0"/>
              <a:t>channels are numerous in the dendrites and cell bodies of interneurons and motor neurons. graded potentials occur mainly in the dendrites and cell body of a neuron.</a:t>
            </a:r>
            <a:endParaRPr lang="en-GB" dirty="0"/>
          </a:p>
        </p:txBody>
      </p:sp>
    </p:spTree>
    <p:extLst>
      <p:ext uri="{BB962C8B-B14F-4D97-AF65-F5344CB8AC3E}">
        <p14:creationId xmlns:p14="http://schemas.microsoft.com/office/powerpoint/2010/main" val="342155800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32509" y="958851"/>
            <a:ext cx="11545455" cy="5598968"/>
          </a:xfrm>
        </p:spPr>
        <p:txBody>
          <a:bodyPr/>
          <a:lstStyle/>
          <a:p>
            <a:r>
              <a:rPr lang="en-US" dirty="0"/>
              <a:t>To say that these electrical signals are graded means that they vary in amplitude (size), depending on the strength of the stimulus. The opening or closing of these ion channels alters the flow of specific ions across the membrane, producing a flow of current that is localized, which means that it spreads to adjacent regions along the plasma membrane in either direction from the stimulus source for a short distance and then gradually dies out as the charges are lost across the </a:t>
            </a:r>
            <a:r>
              <a:rPr lang="en-US" dirty="0" smtClean="0"/>
              <a:t>membrane through </a:t>
            </a:r>
            <a:r>
              <a:rPr lang="en-US" dirty="0"/>
              <a:t>leak </a:t>
            </a:r>
            <a:r>
              <a:rPr lang="en-US" dirty="0" err="1" smtClean="0"/>
              <a:t>channels.This</a:t>
            </a:r>
            <a:r>
              <a:rPr lang="en-US" dirty="0" smtClean="0"/>
              <a:t> </a:t>
            </a:r>
            <a:r>
              <a:rPr lang="en-US" dirty="0"/>
              <a:t>mode of travel by which graded potentials die out as they spread along the membrane is known as </a:t>
            </a:r>
            <a:r>
              <a:rPr lang="en-US" dirty="0" err="1"/>
              <a:t>decremental</a:t>
            </a:r>
            <a:r>
              <a:rPr lang="en-US" dirty="0"/>
              <a:t> conduction . </a:t>
            </a:r>
            <a:endParaRPr lang="en-GB" dirty="0"/>
          </a:p>
        </p:txBody>
      </p:sp>
    </p:spTree>
    <p:extLst>
      <p:ext uri="{BB962C8B-B14F-4D97-AF65-F5344CB8AC3E}">
        <p14:creationId xmlns:p14="http://schemas.microsoft.com/office/powerpoint/2010/main" val="94113258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23273" y="1200727"/>
            <a:ext cx="11563927" cy="5514109"/>
          </a:xfrm>
        </p:spPr>
        <p:txBody>
          <a:bodyPr/>
          <a:lstStyle/>
          <a:p>
            <a:r>
              <a:rPr lang="en-US" dirty="0"/>
              <a:t> Although an individual graded potential undergoes </a:t>
            </a:r>
            <a:r>
              <a:rPr lang="en-US" dirty="0" err="1"/>
              <a:t>decremental</a:t>
            </a:r>
            <a:r>
              <a:rPr lang="en-US" dirty="0"/>
              <a:t> conduction, it can become stronger and last longer by summating with other graded potentials. Summation is the process by which graded potentials add together. If two depolarizing graded potentials summate, the net result is a larger depolarizing graded potential . If two hyperpolarizing graded potentials summate, the net result is a larger hyperpolarizing graded </a:t>
            </a:r>
            <a:r>
              <a:rPr lang="en-US" dirty="0" err="1"/>
              <a:t>potential.If</a:t>
            </a:r>
            <a:r>
              <a:rPr lang="en-US" dirty="0"/>
              <a:t> two equal but opposite graded potentials summate (one depolarizing and the other hyperpolarizing), then they cancel each other out and </a:t>
            </a:r>
            <a:r>
              <a:rPr lang="en-US" dirty="0" smtClean="0"/>
              <a:t>the overall </a:t>
            </a:r>
            <a:r>
              <a:rPr lang="en-US" dirty="0"/>
              <a:t>graded potential disappears.</a:t>
            </a:r>
            <a:endParaRPr lang="en-GB" dirty="0"/>
          </a:p>
        </p:txBody>
      </p:sp>
    </p:spTree>
    <p:extLst>
      <p:ext uri="{BB962C8B-B14F-4D97-AF65-F5344CB8AC3E}">
        <p14:creationId xmlns:p14="http://schemas.microsoft.com/office/powerpoint/2010/main" val="324779125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p:txBody>
          <a:bodyPr/>
          <a:lstStyle/>
          <a:p>
            <a:r>
              <a:rPr lang="en-US" dirty="0"/>
              <a:t> Graded potentials have different names depending on which type of stimulus causes them and where they occur. For example, when a graded potential occurs in the dendrites or cell body of a neuron in response to a neurotransmitter, it is called a postsynaptic potential . On the other hand, the graded potentials that occur in sensory receptors and sensory neurons are termed receptor potentials and generator potential.</a:t>
            </a:r>
          </a:p>
          <a:p>
            <a:endParaRPr lang="en-GB" dirty="0"/>
          </a:p>
        </p:txBody>
      </p:sp>
    </p:spTree>
    <p:extLst>
      <p:ext uri="{BB962C8B-B14F-4D97-AF65-F5344CB8AC3E}">
        <p14:creationId xmlns:p14="http://schemas.microsoft.com/office/powerpoint/2010/main" val="94367738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Excitatory and Inhibitory Postsynaptic Potentials</a:t>
            </a:r>
            <a:endParaRPr lang="en-GB" dirty="0"/>
          </a:p>
        </p:txBody>
      </p:sp>
      <p:sp>
        <p:nvSpPr>
          <p:cNvPr id="3" name="Text Placeholder 2"/>
          <p:cNvSpPr>
            <a:spLocks noGrp="1"/>
          </p:cNvSpPr>
          <p:nvPr>
            <p:ph type="body" idx="1"/>
          </p:nvPr>
        </p:nvSpPr>
        <p:spPr>
          <a:xfrm>
            <a:off x="304800" y="1228436"/>
            <a:ext cx="11573164" cy="5384800"/>
          </a:xfrm>
        </p:spPr>
        <p:txBody>
          <a:bodyPr/>
          <a:lstStyle/>
          <a:p>
            <a:r>
              <a:rPr lang="en-US" dirty="0"/>
              <a:t>A neurotransmitter causes either an excitatory or an inhibitory graded potential. A neurotransmitter that causes depolarization of the postsynaptic membrane is excitatory because it brings the membrane closer to threshold . A depolarizing postsynaptic potential is called an excitatory postsynaptic potential (EPSP). Although a single EPSP normally does not initiate a nerve impulse, the postsynaptic cell does become more excitable. Because it is partially depolarized, it is more likely to reach threshold when the next EPSP occurs. A neurotransmitter that </a:t>
            </a:r>
            <a:r>
              <a:rPr lang="en-US" dirty="0" smtClean="0"/>
              <a:t>causes hyperpolarization </a:t>
            </a:r>
            <a:r>
              <a:rPr lang="en-US" dirty="0"/>
              <a:t>of the postsynaptic membrane  is inhibitory.</a:t>
            </a:r>
            <a:endParaRPr lang="en-GB" dirty="0"/>
          </a:p>
        </p:txBody>
      </p:sp>
    </p:spTree>
    <p:extLst>
      <p:ext uri="{BB962C8B-B14F-4D97-AF65-F5344CB8AC3E}">
        <p14:creationId xmlns:p14="http://schemas.microsoft.com/office/powerpoint/2010/main" val="109941885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286327" y="120649"/>
            <a:ext cx="11600873" cy="6501823"/>
          </a:xfrm>
        </p:spPr>
        <p:txBody>
          <a:bodyPr/>
          <a:lstStyle/>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328" y="120649"/>
            <a:ext cx="11600872" cy="6354042"/>
          </a:xfrm>
          <a:prstGeom prst="rect">
            <a:avLst/>
          </a:prstGeom>
        </p:spPr>
      </p:pic>
    </p:spTree>
    <p:extLst>
      <p:ext uri="{BB962C8B-B14F-4D97-AF65-F5344CB8AC3E}">
        <p14:creationId xmlns:p14="http://schemas.microsoft.com/office/powerpoint/2010/main" val="411387334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14035" y="1200727"/>
            <a:ext cx="11545455" cy="5440218"/>
          </a:xfrm>
        </p:spPr>
        <p:txBody>
          <a:bodyPr/>
          <a:lstStyle/>
          <a:p>
            <a:r>
              <a:rPr lang="en-US" dirty="0"/>
              <a:t> During hyperpolarization, generation of an action potential is more difficult than usual because the membrane potential becomes inside more negative and thus even farther from threshold than in its resting state. A hyperpolarizing postsynaptic potential is termed an inhibitory postsynaptic potential (IPSP).</a:t>
            </a:r>
          </a:p>
          <a:p>
            <a:endParaRPr lang="en-US" dirty="0"/>
          </a:p>
          <a:p>
            <a:r>
              <a:rPr lang="en-US" b="1" u="sng" dirty="0"/>
              <a:t>Spatial and Temporal Summation </a:t>
            </a:r>
            <a:r>
              <a:rPr lang="en-US" b="1" u="sng" dirty="0" smtClean="0"/>
              <a:t>of Postsynaptic Potentials</a:t>
            </a:r>
          </a:p>
          <a:p>
            <a:r>
              <a:rPr lang="en-US" dirty="0"/>
              <a:t>A typical neuron in the CNS receives input from 1000 to 10,000 synapses. Integration of these inputs involves summation of the postsynaptic potentials that form in the postsynaptic neuron. </a:t>
            </a:r>
          </a:p>
        </p:txBody>
      </p:sp>
    </p:spTree>
    <p:extLst>
      <p:ext uri="{BB962C8B-B14F-4D97-AF65-F5344CB8AC3E}">
        <p14:creationId xmlns:p14="http://schemas.microsoft.com/office/powerpoint/2010/main" val="249808123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32509" y="1043709"/>
            <a:ext cx="11563927" cy="5551055"/>
          </a:xfrm>
        </p:spPr>
        <p:txBody>
          <a:bodyPr/>
          <a:lstStyle/>
          <a:p>
            <a:r>
              <a:rPr lang="en-US" dirty="0"/>
              <a:t>Recall that summation is the process by which graded potentials add together. The greater the summation of EPSPs, the greater the chance that threshold will be reached. At threshold, one or more nerve impulses (action potentials) arise. There are two types of summation: spatial summation and temporal summation. Spatial summation is summation of postsynaptic potentials in response to stimuli that occur at different locations in the membrane of a postsynaptic cell at the same time. For example, spatial summation results from the buildup of neurotransmitter released simultaneously by several presynaptic end bulbs . </a:t>
            </a:r>
            <a:endParaRPr lang="en-GB" dirty="0"/>
          </a:p>
        </p:txBody>
      </p:sp>
    </p:spTree>
    <p:extLst>
      <p:ext uri="{BB962C8B-B14F-4D97-AF65-F5344CB8AC3E}">
        <p14:creationId xmlns:p14="http://schemas.microsoft.com/office/powerpoint/2010/main" val="306966077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04800" y="958851"/>
            <a:ext cx="11573164" cy="5645150"/>
          </a:xfrm>
        </p:spPr>
        <p:txBody>
          <a:bodyPr/>
          <a:lstStyle/>
          <a:p>
            <a:r>
              <a:rPr lang="en-US" dirty="0"/>
              <a:t> </a:t>
            </a:r>
            <a:r>
              <a:rPr lang="en-US" dirty="0">
                <a:solidFill>
                  <a:schemeClr val="accent1"/>
                </a:solidFill>
              </a:rPr>
              <a:t>Temporal</a:t>
            </a:r>
            <a:r>
              <a:rPr lang="en-US" dirty="0"/>
              <a:t> ,</a:t>
            </a:r>
            <a:r>
              <a:rPr lang="en-US" dirty="0" smtClean="0"/>
              <a:t> </a:t>
            </a:r>
            <a:r>
              <a:rPr lang="en-US" dirty="0"/>
              <a:t>is summation of postsynaptic potentials in response to stimuli that occur at the same location in the membrane of the postsynaptic cell but at different times. For example, temporal summation results from buildup of neurotransmitter released by a single presynaptic end bulb two or more times in rapid succession. Because a typical EPSP lasts about 15 </a:t>
            </a:r>
            <a:r>
              <a:rPr lang="en-US" dirty="0" err="1"/>
              <a:t>msec</a:t>
            </a:r>
            <a:r>
              <a:rPr lang="en-US" dirty="0"/>
              <a:t>, </a:t>
            </a:r>
            <a:r>
              <a:rPr lang="en-US" dirty="0" smtClean="0"/>
              <a:t>the second </a:t>
            </a:r>
            <a:r>
              <a:rPr lang="en-US" dirty="0"/>
              <a:t>(and subsequent) release of neurotransmitter must occur soon after the first one if temporal summation is to occur. Summation is rather like a vote on the Internet. Many people voting “yes” or “no” on an issue at the same time can be compared to spatial summation. </a:t>
            </a:r>
          </a:p>
        </p:txBody>
      </p:sp>
    </p:spTree>
    <p:extLst>
      <p:ext uri="{BB962C8B-B14F-4D97-AF65-F5344CB8AC3E}">
        <p14:creationId xmlns:p14="http://schemas.microsoft.com/office/powerpoint/2010/main" val="349147874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Continution</a:t>
            </a:r>
            <a:r>
              <a:rPr lang="en-US" dirty="0" smtClean="0"/>
              <a:t>…..</a:t>
            </a:r>
            <a:endParaRPr lang="en-GB" dirty="0"/>
          </a:p>
        </p:txBody>
      </p:sp>
      <p:sp>
        <p:nvSpPr>
          <p:cNvPr id="3" name="Text Placeholder 2"/>
          <p:cNvSpPr>
            <a:spLocks noGrp="1"/>
          </p:cNvSpPr>
          <p:nvPr>
            <p:ph type="body" idx="1"/>
          </p:nvPr>
        </p:nvSpPr>
        <p:spPr>
          <a:xfrm>
            <a:off x="323273" y="1191491"/>
            <a:ext cx="11591636" cy="5403273"/>
          </a:xfrm>
        </p:spPr>
        <p:txBody>
          <a:bodyPr/>
          <a:lstStyle/>
          <a:p>
            <a:r>
              <a:rPr lang="en-US" dirty="0"/>
              <a:t> One person voting repeatedly and rapidly is like temporal summation. Most of the time, spatial and temporal summations re acting together to influence the chance that a neuron fires an action potential. A single postsynaptic neuron receives input from many presynaptic neurons, some of which release excitatory neurotransmitters and some of which release inhibitory neurotransmitters The sum of all the excitatory and inhibitory effects at any given time determines the effect on the postsynaptic neuron.</a:t>
            </a:r>
          </a:p>
        </p:txBody>
      </p:sp>
    </p:spTree>
    <p:extLst>
      <p:ext uri="{BB962C8B-B14F-4D97-AF65-F5344CB8AC3E}">
        <p14:creationId xmlns:p14="http://schemas.microsoft.com/office/powerpoint/2010/main" val="265080375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378691" y="120650"/>
            <a:ext cx="11453091" cy="6483350"/>
          </a:xfrm>
        </p:spPr>
        <p:txBody>
          <a:bodyPr/>
          <a:lstStyle/>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691" y="1"/>
            <a:ext cx="11453091" cy="6493164"/>
          </a:xfrm>
          <a:prstGeom prst="rect">
            <a:avLst/>
          </a:prstGeom>
        </p:spPr>
      </p:pic>
    </p:spTree>
    <p:extLst>
      <p:ext uri="{BB962C8B-B14F-4D97-AF65-F5344CB8AC3E}">
        <p14:creationId xmlns:p14="http://schemas.microsoft.com/office/powerpoint/2010/main" val="353376874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397165" y="120649"/>
            <a:ext cx="11416144" cy="6464877"/>
          </a:xfrm>
        </p:spPr>
        <p:txBody>
          <a:bodyPr/>
          <a:lstStyle/>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565" y="120648"/>
            <a:ext cx="11517744" cy="6464878"/>
          </a:xfrm>
          <a:prstGeom prst="rect">
            <a:avLst/>
          </a:prstGeom>
        </p:spPr>
      </p:pic>
    </p:spTree>
    <p:extLst>
      <p:ext uri="{BB962C8B-B14F-4D97-AF65-F5344CB8AC3E}">
        <p14:creationId xmlns:p14="http://schemas.microsoft.com/office/powerpoint/2010/main" val="376018214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316" y="683490"/>
            <a:ext cx="8839200" cy="275359"/>
          </a:xfrm>
        </p:spPr>
        <p:txBody>
          <a:bodyPr/>
          <a:lstStyle/>
          <a:p>
            <a:r>
              <a:rPr lang="en-GB" dirty="0"/>
              <a:t>ACTION POTENTIAL</a:t>
            </a:r>
            <a:br>
              <a:rPr lang="en-GB" dirty="0"/>
            </a:br>
            <a:endParaRPr lang="en-GB" dirty="0"/>
          </a:p>
        </p:txBody>
      </p:sp>
      <p:sp>
        <p:nvSpPr>
          <p:cNvPr id="3" name="Text Placeholder 2"/>
          <p:cNvSpPr>
            <a:spLocks noGrp="1"/>
          </p:cNvSpPr>
          <p:nvPr>
            <p:ph type="body" idx="1"/>
          </p:nvPr>
        </p:nvSpPr>
        <p:spPr>
          <a:xfrm>
            <a:off x="304799" y="1200727"/>
            <a:ext cx="11563927" cy="5430982"/>
          </a:xfrm>
        </p:spPr>
        <p:txBody>
          <a:bodyPr/>
          <a:lstStyle/>
          <a:p>
            <a:r>
              <a:rPr lang="en-US" dirty="0"/>
              <a:t>is an electrical signal that propagates (travels) along the surface of the membrane of a </a:t>
            </a:r>
            <a:r>
              <a:rPr lang="en-US" dirty="0" smtClean="0"/>
              <a:t>neuron.</a:t>
            </a:r>
          </a:p>
          <a:p>
            <a:r>
              <a:rPr lang="en-US" dirty="0"/>
              <a:t> </a:t>
            </a:r>
            <a:r>
              <a:rPr lang="en-US" dirty="0" smtClean="0"/>
              <a:t>          </a:t>
            </a:r>
            <a:r>
              <a:rPr lang="en-US" b="1" u="sng" dirty="0" smtClean="0">
                <a:solidFill>
                  <a:schemeClr val="accent5"/>
                </a:solidFill>
              </a:rPr>
              <a:t>Stages</a:t>
            </a:r>
            <a:endParaRPr lang="en-US" b="1" u="sng" dirty="0">
              <a:solidFill>
                <a:schemeClr val="accent5"/>
              </a:solidFill>
            </a:endParaRPr>
          </a:p>
          <a:p>
            <a:r>
              <a:rPr lang="en-US" dirty="0"/>
              <a:t>1. </a:t>
            </a:r>
            <a:r>
              <a:rPr lang="en-US" dirty="0">
                <a:solidFill>
                  <a:schemeClr val="accent2"/>
                </a:solidFill>
              </a:rPr>
              <a:t>Resting State</a:t>
            </a:r>
          </a:p>
          <a:p>
            <a:r>
              <a:rPr lang="en-US" dirty="0"/>
              <a:t>Membrane </a:t>
            </a:r>
            <a:r>
              <a:rPr lang="en-US" dirty="0" smtClean="0"/>
              <a:t>polarized ;−</a:t>
            </a:r>
            <a:r>
              <a:rPr lang="en-US" dirty="0"/>
              <a:t>70 mV</a:t>
            </a:r>
          </a:p>
          <a:p>
            <a:r>
              <a:rPr lang="en-US" dirty="0"/>
              <a:t>2. </a:t>
            </a:r>
            <a:r>
              <a:rPr lang="en-US" dirty="0">
                <a:solidFill>
                  <a:schemeClr val="accent2"/>
                </a:solidFill>
              </a:rPr>
              <a:t>Depolarization</a:t>
            </a:r>
          </a:p>
          <a:p>
            <a:r>
              <a:rPr lang="en-US" dirty="0"/>
              <a:t>Sodium channels open.</a:t>
            </a:r>
          </a:p>
          <a:p>
            <a:r>
              <a:rPr lang="en-US" dirty="0"/>
              <a:t>Na⁺ enters neuron.</a:t>
            </a:r>
          </a:p>
          <a:p>
            <a:r>
              <a:rPr lang="en-US" dirty="0"/>
              <a:t>Membrane becomes positive.</a:t>
            </a:r>
          </a:p>
        </p:txBody>
      </p:sp>
    </p:spTree>
    <p:extLst>
      <p:ext uri="{BB962C8B-B14F-4D97-AF65-F5344CB8AC3E}">
        <p14:creationId xmlns:p14="http://schemas.microsoft.com/office/powerpoint/2010/main" val="154042997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23273" y="1200727"/>
            <a:ext cx="11610109" cy="5440218"/>
          </a:xfrm>
        </p:spPr>
        <p:txBody>
          <a:bodyPr/>
          <a:lstStyle/>
          <a:p>
            <a:r>
              <a:rPr lang="en-GB" dirty="0"/>
              <a:t>3. </a:t>
            </a:r>
            <a:r>
              <a:rPr lang="en-GB" dirty="0">
                <a:solidFill>
                  <a:schemeClr val="accent2"/>
                </a:solidFill>
              </a:rPr>
              <a:t>Repolarization</a:t>
            </a:r>
          </a:p>
          <a:p>
            <a:r>
              <a:rPr lang="en-GB" dirty="0"/>
              <a:t>Potassium channels open.</a:t>
            </a:r>
          </a:p>
          <a:p>
            <a:r>
              <a:rPr lang="en-GB" dirty="0"/>
              <a:t>K⁺ leaves neuron.</a:t>
            </a:r>
          </a:p>
          <a:p>
            <a:r>
              <a:rPr lang="en-GB" dirty="0"/>
              <a:t>Membrane returns negative.</a:t>
            </a:r>
          </a:p>
          <a:p>
            <a:r>
              <a:rPr lang="en-GB" dirty="0"/>
              <a:t>4. </a:t>
            </a:r>
            <a:r>
              <a:rPr lang="en-GB" dirty="0">
                <a:solidFill>
                  <a:schemeClr val="accent2"/>
                </a:solidFill>
              </a:rPr>
              <a:t>Hyperpolarization</a:t>
            </a:r>
          </a:p>
          <a:p>
            <a:r>
              <a:rPr lang="en-GB" dirty="0"/>
              <a:t>Excess K⁺ exits.</a:t>
            </a:r>
          </a:p>
          <a:p>
            <a:r>
              <a:rPr lang="en-GB" dirty="0"/>
              <a:t>Membrane becomes more negative than resting state.</a:t>
            </a:r>
          </a:p>
          <a:p>
            <a:endParaRPr lang="en-GB" dirty="0"/>
          </a:p>
        </p:txBody>
      </p:sp>
    </p:spTree>
    <p:extLst>
      <p:ext uri="{BB962C8B-B14F-4D97-AF65-F5344CB8AC3E}">
        <p14:creationId xmlns:p14="http://schemas.microsoft.com/office/powerpoint/2010/main" val="163966267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304801" y="120649"/>
            <a:ext cx="11600872" cy="6566477"/>
          </a:xfrm>
        </p:spPr>
        <p:txBody>
          <a:bodyPr/>
          <a:lstStyle/>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316" y="120648"/>
            <a:ext cx="11700357" cy="6446407"/>
          </a:xfrm>
          <a:prstGeom prst="rect">
            <a:avLst/>
          </a:prstGeom>
        </p:spPr>
      </p:pic>
    </p:spTree>
    <p:extLst>
      <p:ext uri="{BB962C8B-B14F-4D97-AF65-F5344CB8AC3E}">
        <p14:creationId xmlns:p14="http://schemas.microsoft.com/office/powerpoint/2010/main" val="96132848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323273" y="120649"/>
            <a:ext cx="11508509" cy="6501823"/>
          </a:xfrm>
        </p:spPr>
        <p:txBody>
          <a:bodyPr/>
          <a:lstStyle/>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272" y="120648"/>
            <a:ext cx="11508509" cy="6501824"/>
          </a:xfrm>
          <a:prstGeom prst="rect">
            <a:avLst/>
          </a:prstGeom>
        </p:spPr>
      </p:pic>
    </p:spTree>
    <p:extLst>
      <p:ext uri="{BB962C8B-B14F-4D97-AF65-F5344CB8AC3E}">
        <p14:creationId xmlns:p14="http://schemas.microsoft.com/office/powerpoint/2010/main" val="375907952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369455" y="203200"/>
            <a:ext cx="11490035" cy="5922962"/>
          </a:xfrm>
        </p:spPr>
        <p:txBody>
          <a:bodyPr/>
          <a:lstStyle/>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455" y="203200"/>
            <a:ext cx="11490035" cy="5818909"/>
          </a:xfrm>
          <a:prstGeom prst="rect">
            <a:avLst/>
          </a:prstGeom>
        </p:spPr>
      </p:pic>
    </p:spTree>
    <p:extLst>
      <p:ext uri="{BB962C8B-B14F-4D97-AF65-F5344CB8AC3E}">
        <p14:creationId xmlns:p14="http://schemas.microsoft.com/office/powerpoint/2010/main" val="292067333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332509" y="73891"/>
            <a:ext cx="5687290" cy="6548582"/>
          </a:xfrm>
        </p:spPr>
        <p:txBody>
          <a:bodyPr/>
          <a:lstStyle/>
          <a:p>
            <a:endParaRPr lang="en-GB" dirty="0"/>
          </a:p>
        </p:txBody>
      </p:sp>
      <p:sp>
        <p:nvSpPr>
          <p:cNvPr id="4" name="Text Placeholder 3"/>
          <p:cNvSpPr>
            <a:spLocks noGrp="1"/>
          </p:cNvSpPr>
          <p:nvPr>
            <p:ph type="body" idx="2"/>
          </p:nvPr>
        </p:nvSpPr>
        <p:spPr>
          <a:xfrm>
            <a:off x="6173402" y="73891"/>
            <a:ext cx="5675439" cy="6548582"/>
          </a:xfrm>
        </p:spPr>
        <p:txBody>
          <a:bodyPr/>
          <a:lstStyle/>
          <a:p>
            <a:endParaRPr lang="en-GB"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09" y="73891"/>
            <a:ext cx="5687290" cy="6456218"/>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9800" y="73891"/>
            <a:ext cx="5820978" cy="6548582"/>
          </a:xfrm>
          <a:prstGeom prst="rect">
            <a:avLst/>
          </a:prstGeom>
        </p:spPr>
      </p:pic>
    </p:spTree>
    <p:extLst>
      <p:ext uri="{BB962C8B-B14F-4D97-AF65-F5344CB8AC3E}">
        <p14:creationId xmlns:p14="http://schemas.microsoft.com/office/powerpoint/2010/main" val="374772104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9280" y="674254"/>
            <a:ext cx="8839200" cy="284595"/>
          </a:xfrm>
        </p:spPr>
        <p:txBody>
          <a:bodyPr/>
          <a:lstStyle/>
          <a:p>
            <a:r>
              <a:rPr lang="en-US" dirty="0">
                <a:solidFill>
                  <a:srgbClr val="FF0000"/>
                </a:solidFill>
              </a:rPr>
              <a:t>Factors That Affect the Speed of Propagation</a:t>
            </a:r>
            <a:r>
              <a:rPr lang="en-US" dirty="0"/>
              <a:t/>
            </a:r>
            <a:br>
              <a:rPr lang="en-US" dirty="0"/>
            </a:br>
            <a:endParaRPr lang="en-GB" dirty="0"/>
          </a:p>
        </p:txBody>
      </p:sp>
      <p:sp>
        <p:nvSpPr>
          <p:cNvPr id="3" name="Text Placeholder 2"/>
          <p:cNvSpPr>
            <a:spLocks noGrp="1"/>
          </p:cNvSpPr>
          <p:nvPr>
            <p:ph type="body" idx="1"/>
          </p:nvPr>
        </p:nvSpPr>
        <p:spPr>
          <a:xfrm>
            <a:off x="304799" y="1237673"/>
            <a:ext cx="11563927" cy="5394036"/>
          </a:xfrm>
        </p:spPr>
        <p:txBody>
          <a:bodyPr/>
          <a:lstStyle/>
          <a:p>
            <a:r>
              <a:rPr lang="en-US" dirty="0"/>
              <a:t>1. </a:t>
            </a:r>
            <a:r>
              <a:rPr lang="en-US" dirty="0">
                <a:solidFill>
                  <a:schemeClr val="accent1"/>
                </a:solidFill>
              </a:rPr>
              <a:t>Amount of myelination</a:t>
            </a:r>
            <a:r>
              <a:rPr lang="en-US" dirty="0"/>
              <a:t>. As you have just learned, action potentials propagate more rapidly along myelinated axons than along unmyelinated axons.</a:t>
            </a:r>
          </a:p>
          <a:p>
            <a:r>
              <a:rPr lang="en-US" dirty="0"/>
              <a:t>2</a:t>
            </a:r>
            <a:r>
              <a:rPr lang="en-US" dirty="0">
                <a:solidFill>
                  <a:schemeClr val="accent1"/>
                </a:solidFill>
              </a:rPr>
              <a:t>. Axon diameter</a:t>
            </a:r>
            <a:r>
              <a:rPr lang="en-US" dirty="0"/>
              <a:t>. Larger-diameter axons propagate action potentials faster than smaller ones due to their larger surface areas.</a:t>
            </a:r>
          </a:p>
          <a:p>
            <a:r>
              <a:rPr lang="en-US" dirty="0"/>
              <a:t>3. </a:t>
            </a:r>
            <a:r>
              <a:rPr lang="en-US" dirty="0">
                <a:solidFill>
                  <a:schemeClr val="accent1"/>
                </a:solidFill>
              </a:rPr>
              <a:t>Temperature</a:t>
            </a:r>
            <a:r>
              <a:rPr lang="en-US" dirty="0"/>
              <a:t>. Axons propagate action potentials at lower speeds when cooled.</a:t>
            </a:r>
          </a:p>
          <a:p>
            <a:endParaRPr lang="en-GB" dirty="0"/>
          </a:p>
        </p:txBody>
      </p:sp>
    </p:spTree>
    <p:extLst>
      <p:ext uri="{BB962C8B-B14F-4D97-AF65-F5344CB8AC3E}">
        <p14:creationId xmlns:p14="http://schemas.microsoft.com/office/powerpoint/2010/main" val="37110698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316" y="526472"/>
            <a:ext cx="8839200" cy="432377"/>
          </a:xfrm>
        </p:spPr>
        <p:txBody>
          <a:bodyPr/>
          <a:lstStyle/>
          <a:p>
            <a:r>
              <a:rPr lang="en-GB" dirty="0">
                <a:solidFill>
                  <a:srgbClr val="00B0F0"/>
                </a:solidFill>
              </a:rPr>
              <a:t>Removal of Neurotransmitter</a:t>
            </a:r>
            <a:r>
              <a:rPr lang="en-GB" dirty="0"/>
              <a:t/>
            </a:r>
            <a:br>
              <a:rPr lang="en-GB" dirty="0"/>
            </a:br>
            <a:endParaRPr lang="en-GB" dirty="0"/>
          </a:p>
        </p:txBody>
      </p:sp>
      <p:sp>
        <p:nvSpPr>
          <p:cNvPr id="3" name="Text Placeholder 2"/>
          <p:cNvSpPr>
            <a:spLocks noGrp="1"/>
          </p:cNvSpPr>
          <p:nvPr>
            <p:ph type="body" idx="1"/>
          </p:nvPr>
        </p:nvSpPr>
        <p:spPr>
          <a:xfrm>
            <a:off x="314035" y="1237673"/>
            <a:ext cx="11591637" cy="5366327"/>
          </a:xfrm>
        </p:spPr>
        <p:txBody>
          <a:bodyPr/>
          <a:lstStyle/>
          <a:p>
            <a:r>
              <a:rPr lang="en-US" dirty="0"/>
              <a:t>1. </a:t>
            </a:r>
            <a:r>
              <a:rPr lang="en-US" dirty="0">
                <a:solidFill>
                  <a:schemeClr val="accent4"/>
                </a:solidFill>
              </a:rPr>
              <a:t>Diffusion</a:t>
            </a:r>
            <a:r>
              <a:rPr lang="en-US" dirty="0"/>
              <a:t>. Some of the released neurotransmitter molecules diffuse away from the synaptic cleft. Once a neurotransmitter molecule is out of reach of its receptors, it can no longer exert an effect.</a:t>
            </a:r>
          </a:p>
          <a:p>
            <a:r>
              <a:rPr lang="en-US" dirty="0"/>
              <a:t>2. </a:t>
            </a:r>
            <a:r>
              <a:rPr lang="en-US" dirty="0">
                <a:solidFill>
                  <a:schemeClr val="accent4"/>
                </a:solidFill>
              </a:rPr>
              <a:t>Enzymatic degradation</a:t>
            </a:r>
            <a:r>
              <a:rPr lang="en-US" dirty="0"/>
              <a:t>. Certain neurotransmitters are inactivated through enzymatic degradation. For example, the enzyme acetylcholinesterase breaks down acetylcholine in the synaptic cleft.</a:t>
            </a:r>
          </a:p>
          <a:p>
            <a:r>
              <a:rPr lang="en-US" dirty="0"/>
              <a:t>3</a:t>
            </a:r>
            <a:r>
              <a:rPr lang="en-US" dirty="0">
                <a:solidFill>
                  <a:schemeClr val="accent4"/>
                </a:solidFill>
              </a:rPr>
              <a:t>. Uptake by cells</a:t>
            </a:r>
            <a:r>
              <a:rPr lang="en-US" dirty="0"/>
              <a:t>. Many neurotransmitters are actively transported back into the neuron that released them (reuptake).</a:t>
            </a:r>
          </a:p>
          <a:p>
            <a:endParaRPr lang="en-GB" dirty="0"/>
          </a:p>
        </p:txBody>
      </p:sp>
    </p:spTree>
    <p:extLst>
      <p:ext uri="{BB962C8B-B14F-4D97-AF65-F5344CB8AC3E}">
        <p14:creationId xmlns:p14="http://schemas.microsoft.com/office/powerpoint/2010/main" val="314767075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745" y="489526"/>
            <a:ext cx="8839200" cy="469323"/>
          </a:xfrm>
        </p:spPr>
        <p:txBody>
          <a:bodyPr/>
          <a:lstStyle/>
          <a:p>
            <a:r>
              <a:rPr lang="en-GB" dirty="0">
                <a:solidFill>
                  <a:schemeClr val="accent2"/>
                </a:solidFill>
              </a:rPr>
              <a:t>IMPULSE TRANSMISSION ACROSS SYNAPSES</a:t>
            </a:r>
          </a:p>
        </p:txBody>
      </p:sp>
      <p:sp>
        <p:nvSpPr>
          <p:cNvPr id="3" name="Text Placeholder 2"/>
          <p:cNvSpPr>
            <a:spLocks noGrp="1"/>
          </p:cNvSpPr>
          <p:nvPr>
            <p:ph type="body" idx="1"/>
          </p:nvPr>
        </p:nvSpPr>
        <p:spPr>
          <a:xfrm>
            <a:off x="341745" y="1219199"/>
            <a:ext cx="11499273" cy="5301673"/>
          </a:xfrm>
        </p:spPr>
        <p:txBody>
          <a:bodyPr/>
          <a:lstStyle/>
          <a:p>
            <a:r>
              <a:rPr lang="en-GB" dirty="0" smtClean="0"/>
              <a:t>Synapse ; Junction </a:t>
            </a:r>
            <a:r>
              <a:rPr lang="en-GB" dirty="0"/>
              <a:t>between neurons.</a:t>
            </a:r>
          </a:p>
          <a:p>
            <a:pPr marL="25400" indent="0">
              <a:buNone/>
            </a:pPr>
            <a:r>
              <a:rPr lang="en-GB" dirty="0" smtClean="0"/>
              <a:t>                </a:t>
            </a:r>
            <a:r>
              <a:rPr lang="en-GB" b="1" u="sng" dirty="0" smtClean="0"/>
              <a:t>Components</a:t>
            </a:r>
            <a:endParaRPr lang="en-GB" b="1" u="sng" dirty="0"/>
          </a:p>
          <a:p>
            <a:pPr marL="25400" indent="0">
              <a:buNone/>
            </a:pPr>
            <a:r>
              <a:rPr lang="en-GB" dirty="0" smtClean="0"/>
              <a:t>1.Presynaptic </a:t>
            </a:r>
            <a:r>
              <a:rPr lang="en-GB" dirty="0"/>
              <a:t>neuron</a:t>
            </a:r>
          </a:p>
          <a:p>
            <a:pPr marL="25400" indent="0">
              <a:buNone/>
            </a:pPr>
            <a:r>
              <a:rPr lang="en-GB" dirty="0" smtClean="0"/>
              <a:t>2.Synaptic </a:t>
            </a:r>
            <a:r>
              <a:rPr lang="en-GB" dirty="0"/>
              <a:t>cleft</a:t>
            </a:r>
          </a:p>
          <a:p>
            <a:pPr marL="25400" indent="0">
              <a:buNone/>
            </a:pPr>
            <a:r>
              <a:rPr lang="en-GB" dirty="0" smtClean="0"/>
              <a:t>3.Postsynaptic </a:t>
            </a:r>
            <a:r>
              <a:rPr lang="en-GB" dirty="0"/>
              <a:t>neuron</a:t>
            </a:r>
          </a:p>
        </p:txBody>
      </p:sp>
    </p:spTree>
    <p:extLst>
      <p:ext uri="{BB962C8B-B14F-4D97-AF65-F5344CB8AC3E}">
        <p14:creationId xmlns:p14="http://schemas.microsoft.com/office/powerpoint/2010/main" val="59933082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314037" y="120649"/>
            <a:ext cx="11554690" cy="6511059"/>
          </a:xfrm>
        </p:spPr>
        <p:txBody>
          <a:bodyPr/>
          <a:lstStyle/>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037" y="120648"/>
            <a:ext cx="11628581" cy="6511059"/>
          </a:xfrm>
          <a:prstGeom prst="rect">
            <a:avLst/>
          </a:prstGeom>
        </p:spPr>
      </p:pic>
    </p:spTree>
    <p:extLst>
      <p:ext uri="{BB962C8B-B14F-4D97-AF65-F5344CB8AC3E}">
        <p14:creationId xmlns:p14="http://schemas.microsoft.com/office/powerpoint/2010/main" val="146134152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accent5">
                    <a:lumMod val="75000"/>
                  </a:schemeClr>
                </a:solidFill>
              </a:rPr>
              <a:t>Steps in Synaptic Transmission</a:t>
            </a:r>
          </a:p>
        </p:txBody>
      </p:sp>
      <p:sp>
        <p:nvSpPr>
          <p:cNvPr id="3" name="Text Placeholder 2"/>
          <p:cNvSpPr>
            <a:spLocks noGrp="1"/>
          </p:cNvSpPr>
          <p:nvPr>
            <p:ph type="body" idx="1"/>
          </p:nvPr>
        </p:nvSpPr>
        <p:spPr>
          <a:xfrm>
            <a:off x="314036" y="958849"/>
            <a:ext cx="11628582" cy="5645151"/>
          </a:xfrm>
        </p:spPr>
        <p:txBody>
          <a:bodyPr/>
          <a:lstStyle/>
          <a:p>
            <a:pPr marL="25400" indent="0">
              <a:buNone/>
            </a:pPr>
            <a:r>
              <a:rPr lang="en-US" dirty="0"/>
              <a:t>●</a:t>
            </a:r>
            <a:r>
              <a:rPr lang="en-US" dirty="0" smtClean="0"/>
              <a:t>1. </a:t>
            </a:r>
            <a:r>
              <a:rPr lang="en-US" dirty="0"/>
              <a:t>A nerve impulse arrives at a synaptic end bulb (or at a varicosity) of a presynaptic axon.</a:t>
            </a:r>
          </a:p>
          <a:p>
            <a:pPr marL="25400" indent="0">
              <a:buNone/>
            </a:pPr>
            <a:r>
              <a:rPr lang="en-US" dirty="0"/>
              <a:t>●2 </a:t>
            </a:r>
            <a:r>
              <a:rPr lang="en-US" dirty="0" smtClean="0"/>
              <a:t>.The </a:t>
            </a:r>
            <a:r>
              <a:rPr lang="en-US" dirty="0"/>
              <a:t>depolarizing phase of the nerve impulse opens </a:t>
            </a:r>
            <a:r>
              <a:rPr lang="en-US" dirty="0" smtClean="0"/>
              <a:t>voltage gated </a:t>
            </a:r>
            <a:r>
              <a:rPr lang="en-US" dirty="0"/>
              <a:t>Ca2 </a:t>
            </a:r>
            <a:r>
              <a:rPr lang="en-US" dirty="0" smtClean="0"/>
              <a:t>+channels</a:t>
            </a:r>
            <a:r>
              <a:rPr lang="en-US" dirty="0"/>
              <a:t>, which are present in the membrane of synaptic end bulbs. Because calcium ions are more </a:t>
            </a:r>
            <a:r>
              <a:rPr lang="en-US" dirty="0" smtClean="0"/>
              <a:t>concentrated in </a:t>
            </a:r>
            <a:r>
              <a:rPr lang="en-US" dirty="0"/>
              <a:t>the extracellular fluid, </a:t>
            </a:r>
            <a:r>
              <a:rPr lang="en-US" dirty="0" smtClean="0"/>
              <a:t>Ca2+ </a:t>
            </a:r>
            <a:r>
              <a:rPr lang="en-US" dirty="0"/>
              <a:t>flows inward through the opened channels.</a:t>
            </a:r>
          </a:p>
          <a:p>
            <a:pPr marL="25400" indent="0">
              <a:buNone/>
            </a:pPr>
            <a:r>
              <a:rPr lang="en-US" dirty="0"/>
              <a:t>●</a:t>
            </a:r>
            <a:r>
              <a:rPr lang="en-US" dirty="0" smtClean="0"/>
              <a:t>3.Increase </a:t>
            </a:r>
            <a:r>
              <a:rPr lang="en-US" dirty="0"/>
              <a:t>in the concentration of </a:t>
            </a:r>
            <a:r>
              <a:rPr lang="en-US" dirty="0" smtClean="0"/>
              <a:t>Ca2+ </a:t>
            </a:r>
            <a:r>
              <a:rPr lang="en-US" dirty="0"/>
              <a:t>inside the presynaptic neuron serves as a signal that triggers exocytosis of the synaptic vesicles. As vesicle membranes merge with the plasma membrane, neurotransmitter molecules within the vesicles are released into the synaptic cleft. </a:t>
            </a:r>
          </a:p>
        </p:txBody>
      </p:sp>
    </p:spTree>
    <p:extLst>
      <p:ext uri="{BB962C8B-B14F-4D97-AF65-F5344CB8AC3E}">
        <p14:creationId xmlns:p14="http://schemas.microsoft.com/office/powerpoint/2010/main" val="277265131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32509" y="958850"/>
            <a:ext cx="11526982" cy="5672859"/>
          </a:xfrm>
        </p:spPr>
        <p:txBody>
          <a:bodyPr/>
          <a:lstStyle/>
          <a:p>
            <a:r>
              <a:rPr lang="en-US" dirty="0"/>
              <a:t>Each synaptic vesicle contains several thousand molecules of neurotransmitter</a:t>
            </a:r>
            <a:r>
              <a:rPr lang="en-US" dirty="0" smtClean="0"/>
              <a:t>.</a:t>
            </a:r>
          </a:p>
          <a:p>
            <a:pPr marL="25400" indent="0">
              <a:buNone/>
            </a:pPr>
            <a:r>
              <a:rPr lang="en-US" dirty="0"/>
              <a:t>.</a:t>
            </a:r>
            <a:r>
              <a:rPr lang="en-US" dirty="0" smtClean="0"/>
              <a:t>4 </a:t>
            </a:r>
            <a:r>
              <a:rPr lang="en-US" dirty="0"/>
              <a:t>The neurotransmitter molecules diffuse across the synaptic cleft and bind to neurotransmitter receptors in the postsynaptic neuron’s plasma membrane. </a:t>
            </a:r>
          </a:p>
          <a:p>
            <a:r>
              <a:rPr lang="en-US" dirty="0" smtClean="0"/>
              <a:t>5 .Binding </a:t>
            </a:r>
            <a:r>
              <a:rPr lang="en-US" dirty="0"/>
              <a:t>of neurotransmitter molecules to their receptors on ligand-gated channels opens the channels and allows particular ions to flow across the membrane.</a:t>
            </a:r>
          </a:p>
          <a:p>
            <a:r>
              <a:rPr lang="en-US" dirty="0" smtClean="0"/>
              <a:t>6 .As </a:t>
            </a:r>
            <a:r>
              <a:rPr lang="en-US" dirty="0"/>
              <a:t>ions flow through the opened channels, the voltage across the membrane changes. This change in membrane voltage is a postsynaptic potential.</a:t>
            </a:r>
          </a:p>
        </p:txBody>
      </p:sp>
    </p:spTree>
    <p:extLst>
      <p:ext uri="{BB962C8B-B14F-4D97-AF65-F5344CB8AC3E}">
        <p14:creationId xmlns:p14="http://schemas.microsoft.com/office/powerpoint/2010/main" val="175943487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04800" y="1052945"/>
            <a:ext cx="11619345" cy="5523345"/>
          </a:xfrm>
        </p:spPr>
        <p:txBody>
          <a:bodyPr/>
          <a:lstStyle/>
          <a:p>
            <a:r>
              <a:rPr lang="en-US" dirty="0"/>
              <a:t> Depending on which ions </a:t>
            </a:r>
            <a:r>
              <a:rPr lang="en-US" dirty="0" smtClean="0"/>
              <a:t>the  channels </a:t>
            </a:r>
            <a:r>
              <a:rPr lang="en-US" dirty="0"/>
              <a:t>admit, the postsynaptic potential may be a depolarization (excitation) or a hyperpolarization (inhibition). For example, opening of Na </a:t>
            </a:r>
            <a:r>
              <a:rPr lang="en-US" dirty="0" smtClean="0"/>
              <a:t>+channels </a:t>
            </a:r>
            <a:r>
              <a:rPr lang="en-US" dirty="0"/>
              <a:t>allows inflow of </a:t>
            </a:r>
            <a:r>
              <a:rPr lang="en-US" dirty="0" err="1" smtClean="0"/>
              <a:t>Na+,which</a:t>
            </a:r>
            <a:r>
              <a:rPr lang="en-US" dirty="0" smtClean="0"/>
              <a:t> </a:t>
            </a:r>
            <a:r>
              <a:rPr lang="en-US" dirty="0"/>
              <a:t>causes depolarization. However, opening of Cl– or K channels causes hyperpolarization. Opening Cl– channels permits Cl– to move into the cell, while opening the K channels allows K to move out—in either event, the inside of the cell becomes more negative. </a:t>
            </a:r>
            <a:endParaRPr lang="en-US" dirty="0" smtClean="0"/>
          </a:p>
          <a:p>
            <a:r>
              <a:rPr lang="en-US" dirty="0" smtClean="0"/>
              <a:t>7 </a:t>
            </a:r>
            <a:r>
              <a:rPr lang="en-US" dirty="0"/>
              <a:t>When a depolarizing postsynaptic potential reaches threshold, it triggers an action potential in the axon of the postsynaptic neuron.</a:t>
            </a:r>
          </a:p>
        </p:txBody>
      </p:sp>
    </p:spTree>
    <p:extLst>
      <p:ext uri="{BB962C8B-B14F-4D97-AF65-F5344CB8AC3E}">
        <p14:creationId xmlns:p14="http://schemas.microsoft.com/office/powerpoint/2010/main" val="422853942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14035" y="1034473"/>
            <a:ext cx="11600873" cy="5569527"/>
          </a:xfrm>
        </p:spPr>
        <p:txBody>
          <a:bodyPr/>
          <a:lstStyle/>
          <a:p>
            <a:r>
              <a:rPr lang="en-US" dirty="0" smtClean="0"/>
              <a:t>At </a:t>
            </a:r>
            <a:r>
              <a:rPr lang="en-US" dirty="0"/>
              <a:t>most chemical synapses, only one-way information transfer can occur—from a presynaptic neuron to a postsynaptic neuron or an effector, such as a muscle fiber or a gland cell. For example, synaptic transmission at a neuromuscular junction (NMJ) proceeds from a somatic motor neuron to a skeletal muscle fiber (but not in the </a:t>
            </a:r>
            <a:r>
              <a:rPr lang="en-US" dirty="0" smtClean="0"/>
              <a:t>opposite direction</a:t>
            </a:r>
            <a:r>
              <a:rPr lang="en-US" dirty="0"/>
              <a:t>). </a:t>
            </a:r>
            <a:r>
              <a:rPr lang="en-US" dirty="0">
                <a:solidFill>
                  <a:srgbClr val="FFC000"/>
                </a:solidFill>
              </a:rPr>
              <a:t>Only synaptic end bulbs of presynaptic neurons can release neurotransmitter, and only the postsynaptic neuron’s membrane has the receptor proteins that can recognize and bind that </a:t>
            </a:r>
            <a:r>
              <a:rPr lang="en-US" dirty="0" smtClean="0">
                <a:solidFill>
                  <a:srgbClr val="FFC000"/>
                </a:solidFill>
              </a:rPr>
              <a:t>neurotransmitter </a:t>
            </a:r>
            <a:r>
              <a:rPr lang="en-US" dirty="0" smtClean="0"/>
              <a:t>. As </a:t>
            </a:r>
            <a:r>
              <a:rPr lang="en-US" dirty="0"/>
              <a:t>a result, action potentials move in one direction</a:t>
            </a:r>
          </a:p>
          <a:p>
            <a:endParaRPr lang="en-GB" dirty="0"/>
          </a:p>
        </p:txBody>
      </p:sp>
    </p:spTree>
    <p:extLst>
      <p:ext uri="{BB962C8B-B14F-4D97-AF65-F5344CB8AC3E}">
        <p14:creationId xmlns:p14="http://schemas.microsoft.com/office/powerpoint/2010/main" val="420841736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accent2"/>
                </a:solidFill>
              </a:rPr>
              <a:t>Common Neurotransmitters</a:t>
            </a:r>
          </a:p>
        </p:txBody>
      </p:sp>
      <p:sp>
        <p:nvSpPr>
          <p:cNvPr id="3" name="Text Placeholder 2"/>
          <p:cNvSpPr>
            <a:spLocks noGrp="1"/>
          </p:cNvSpPr>
          <p:nvPr>
            <p:ph type="body" idx="1"/>
          </p:nvPr>
        </p:nvSpPr>
        <p:spPr>
          <a:xfrm>
            <a:off x="323273" y="1219199"/>
            <a:ext cx="11573163" cy="5357091"/>
          </a:xfrm>
        </p:spPr>
        <p:txBody>
          <a:bodyPr/>
          <a:lstStyle/>
          <a:p>
            <a:pPr marL="25400" indent="0">
              <a:buNone/>
            </a:pPr>
            <a:endParaRPr lang="en-GB" dirty="0" smtClean="0"/>
          </a:p>
          <a:p>
            <a:pPr marL="25400" indent="0">
              <a:buNone/>
            </a:pPr>
            <a:r>
              <a:rPr lang="en-GB" dirty="0" smtClean="0">
                <a:solidFill>
                  <a:schemeClr val="accent1"/>
                </a:solidFill>
              </a:rPr>
              <a:t>1.Acetylcholine(Muscle contraction)</a:t>
            </a:r>
            <a:endParaRPr lang="en-GB" dirty="0">
              <a:solidFill>
                <a:schemeClr val="accent1"/>
              </a:solidFill>
            </a:endParaRPr>
          </a:p>
          <a:p>
            <a:pPr marL="25400" indent="0">
              <a:buNone/>
            </a:pPr>
            <a:r>
              <a:rPr lang="en-GB" dirty="0" smtClean="0"/>
              <a:t>2.Dopamine(Movement</a:t>
            </a:r>
            <a:r>
              <a:rPr lang="en-GB" dirty="0"/>
              <a:t>, </a:t>
            </a:r>
            <a:r>
              <a:rPr lang="en-GB" dirty="0" smtClean="0"/>
              <a:t>reward)</a:t>
            </a:r>
            <a:endParaRPr lang="en-GB" dirty="0"/>
          </a:p>
          <a:p>
            <a:pPr marL="25400" indent="0">
              <a:buNone/>
            </a:pPr>
            <a:r>
              <a:rPr lang="en-GB" dirty="0" smtClean="0"/>
              <a:t>3.Serotonin(Mood regulation)</a:t>
            </a:r>
            <a:endParaRPr lang="en-GB" dirty="0"/>
          </a:p>
          <a:p>
            <a:pPr marL="25400" indent="0">
              <a:buNone/>
            </a:pPr>
            <a:r>
              <a:rPr lang="en-GB" dirty="0" smtClean="0"/>
              <a:t>4.Norepinephrine(Alertness)</a:t>
            </a:r>
            <a:endParaRPr lang="en-GB" dirty="0"/>
          </a:p>
          <a:p>
            <a:pPr marL="25400" indent="0">
              <a:buNone/>
            </a:pPr>
            <a:r>
              <a:rPr lang="en-GB" dirty="0" smtClean="0">
                <a:solidFill>
                  <a:schemeClr val="accent1"/>
                </a:solidFill>
              </a:rPr>
              <a:t>5.GABA(Inhibitory actions)</a:t>
            </a:r>
            <a:endParaRPr lang="en-GB" dirty="0">
              <a:solidFill>
                <a:schemeClr val="accent1"/>
              </a:solidFill>
            </a:endParaRPr>
          </a:p>
          <a:p>
            <a:pPr marL="25400" indent="0">
              <a:buNone/>
            </a:pPr>
            <a:r>
              <a:rPr lang="en-GB" dirty="0" smtClean="0"/>
              <a:t>6.</a:t>
            </a:r>
            <a:r>
              <a:rPr lang="en-GB" dirty="0" smtClean="0">
                <a:solidFill>
                  <a:schemeClr val="accent1"/>
                </a:solidFill>
              </a:rPr>
              <a:t>Glutamate(Excitatory actions)</a:t>
            </a:r>
            <a:endParaRPr lang="en-GB" dirty="0">
              <a:solidFill>
                <a:schemeClr val="accent1"/>
              </a:solidFill>
            </a:endParaRPr>
          </a:p>
          <a:p>
            <a:endParaRPr lang="en-GB" dirty="0"/>
          </a:p>
          <a:p>
            <a:endParaRPr lang="en-GB" dirty="0"/>
          </a:p>
        </p:txBody>
      </p:sp>
    </p:spTree>
    <p:extLst>
      <p:ext uri="{BB962C8B-B14F-4D97-AF65-F5344CB8AC3E}">
        <p14:creationId xmlns:p14="http://schemas.microsoft.com/office/powerpoint/2010/main" val="51685916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accent5"/>
                </a:solidFill>
              </a:rPr>
              <a:t>CENTRAL NERVOUS SYSTEM (CNS)</a:t>
            </a:r>
          </a:p>
        </p:txBody>
      </p:sp>
      <p:sp>
        <p:nvSpPr>
          <p:cNvPr id="3" name="Text Placeholder 2"/>
          <p:cNvSpPr>
            <a:spLocks noGrp="1"/>
          </p:cNvSpPr>
          <p:nvPr>
            <p:ph type="body" idx="1"/>
          </p:nvPr>
        </p:nvSpPr>
        <p:spPr>
          <a:xfrm>
            <a:off x="304799" y="1200727"/>
            <a:ext cx="11545455" cy="5421746"/>
          </a:xfrm>
        </p:spPr>
        <p:txBody>
          <a:bodyPr/>
          <a:lstStyle/>
          <a:p>
            <a:r>
              <a:rPr lang="en-US" dirty="0"/>
              <a:t>The CNS consists </a:t>
            </a:r>
            <a:r>
              <a:rPr lang="en-US" dirty="0" err="1" smtClean="0"/>
              <a:t>of;Brain</a:t>
            </a:r>
            <a:r>
              <a:rPr lang="en-US" dirty="0" smtClean="0"/>
              <a:t>  </a:t>
            </a:r>
            <a:r>
              <a:rPr lang="en-US" dirty="0" smtClean="0"/>
              <a:t>and  Spinal </a:t>
            </a:r>
            <a:r>
              <a:rPr lang="en-US" dirty="0" smtClean="0"/>
              <a:t>Cord.</a:t>
            </a:r>
            <a:endParaRPr lang="en-US" dirty="0"/>
          </a:p>
          <a:p>
            <a:pPr marL="25400" indent="0">
              <a:buNone/>
            </a:pPr>
            <a:endParaRPr lang="en-US" dirty="0"/>
          </a:p>
          <a:p>
            <a:pPr marL="25400" indent="0">
              <a:buNone/>
            </a:pPr>
            <a:r>
              <a:rPr lang="en-US" dirty="0" smtClean="0"/>
              <a:t>                     </a:t>
            </a:r>
            <a:r>
              <a:rPr lang="en-US" dirty="0" smtClean="0"/>
              <a:t>A.  </a:t>
            </a:r>
            <a:r>
              <a:rPr lang="en-US" b="1" dirty="0" smtClean="0"/>
              <a:t>BRAIN</a:t>
            </a:r>
            <a:endParaRPr lang="en-US" b="1" dirty="0"/>
          </a:p>
          <a:p>
            <a:pPr marL="25400" indent="0">
              <a:buNone/>
            </a:pPr>
            <a:r>
              <a:rPr lang="en-US" dirty="0" smtClean="0"/>
              <a:t>1.Cerebrum</a:t>
            </a:r>
            <a:endParaRPr lang="en-US" dirty="0"/>
          </a:p>
          <a:p>
            <a:r>
              <a:rPr lang="en-US" dirty="0"/>
              <a:t>Largest part of the </a:t>
            </a:r>
            <a:r>
              <a:rPr lang="en-US" dirty="0" smtClean="0"/>
              <a:t>brain , as  four lobe ; frontal(motor</a:t>
            </a:r>
            <a:r>
              <a:rPr lang="en-US" dirty="0" smtClean="0"/>
              <a:t>),parietal(sensory),occipital(vision) and temporal(hearing).</a:t>
            </a:r>
            <a:endParaRPr lang="en-US" dirty="0"/>
          </a:p>
          <a:p>
            <a:r>
              <a:rPr lang="en-US" dirty="0" smtClean="0"/>
              <a:t>Functions : </a:t>
            </a:r>
            <a:r>
              <a:rPr lang="en-US" dirty="0" err="1" smtClean="0"/>
              <a:t>Intelligence,Memory,Learning,Speech</a:t>
            </a:r>
            <a:r>
              <a:rPr lang="en-US" dirty="0" smtClean="0"/>
              <a:t> </a:t>
            </a:r>
            <a:r>
              <a:rPr lang="en-US" dirty="0" smtClean="0"/>
              <a:t>and Voluntary </a:t>
            </a:r>
            <a:r>
              <a:rPr lang="en-US" dirty="0"/>
              <a:t>movement</a:t>
            </a:r>
          </a:p>
          <a:p>
            <a:endParaRPr lang="en-GB" dirty="0"/>
          </a:p>
        </p:txBody>
      </p:sp>
    </p:spTree>
    <p:extLst>
      <p:ext uri="{BB962C8B-B14F-4D97-AF65-F5344CB8AC3E}">
        <p14:creationId xmlns:p14="http://schemas.microsoft.com/office/powerpoint/2010/main" val="289278149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323273" y="120649"/>
            <a:ext cx="11610109" cy="6446405"/>
          </a:xfrm>
        </p:spPr>
        <p:txBody>
          <a:bodyPr/>
          <a:lstStyle/>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273" y="212436"/>
            <a:ext cx="11462327" cy="6280728"/>
          </a:xfrm>
          <a:prstGeom prst="rect">
            <a:avLst/>
          </a:prstGeom>
        </p:spPr>
      </p:pic>
    </p:spTree>
    <p:extLst>
      <p:ext uri="{BB962C8B-B14F-4D97-AF65-F5344CB8AC3E}">
        <p14:creationId xmlns:p14="http://schemas.microsoft.com/office/powerpoint/2010/main" val="58745453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286327" y="1209963"/>
            <a:ext cx="11563928" cy="5412509"/>
          </a:xfrm>
        </p:spPr>
        <p:txBody>
          <a:bodyPr/>
          <a:lstStyle/>
          <a:p>
            <a:pPr marL="25400" indent="0">
              <a:buNone/>
            </a:pPr>
            <a:r>
              <a:rPr lang="en-US" dirty="0"/>
              <a:t>2</a:t>
            </a:r>
            <a:r>
              <a:rPr lang="en-US" dirty="0">
                <a:solidFill>
                  <a:schemeClr val="bg2"/>
                </a:solidFill>
              </a:rPr>
              <a:t>. Cerebellum</a:t>
            </a:r>
          </a:p>
          <a:p>
            <a:r>
              <a:rPr lang="en-US" dirty="0" err="1" smtClean="0"/>
              <a:t>Functions:Balance,Coordination</a:t>
            </a:r>
            <a:r>
              <a:rPr lang="en-US" dirty="0" smtClean="0"/>
              <a:t> </a:t>
            </a:r>
            <a:r>
              <a:rPr lang="en-US" dirty="0"/>
              <a:t>and </a:t>
            </a:r>
            <a:r>
              <a:rPr lang="en-US" dirty="0" smtClean="0"/>
              <a:t>Posture</a:t>
            </a:r>
          </a:p>
          <a:p>
            <a:endParaRPr lang="en-US" dirty="0"/>
          </a:p>
          <a:p>
            <a:pPr marL="25400" indent="0">
              <a:buNone/>
            </a:pPr>
            <a:r>
              <a:rPr lang="en-US" dirty="0" smtClean="0"/>
              <a:t>3.</a:t>
            </a:r>
            <a:r>
              <a:rPr lang="en-US" dirty="0" smtClean="0">
                <a:solidFill>
                  <a:schemeClr val="accent3"/>
                </a:solidFill>
              </a:rPr>
              <a:t>Brainstem</a:t>
            </a:r>
            <a:endParaRPr lang="en-US" dirty="0">
              <a:solidFill>
                <a:schemeClr val="accent3"/>
              </a:solidFill>
            </a:endParaRPr>
          </a:p>
          <a:p>
            <a:r>
              <a:rPr lang="en-US" dirty="0"/>
              <a:t>Consists </a:t>
            </a:r>
            <a:r>
              <a:rPr lang="en-US" dirty="0" err="1" smtClean="0"/>
              <a:t>of:Midbrain,Pons</a:t>
            </a:r>
            <a:r>
              <a:rPr lang="en-US" dirty="0" smtClean="0"/>
              <a:t> and Medulla Oblongata(Heart </a:t>
            </a:r>
            <a:r>
              <a:rPr lang="en-US" dirty="0" err="1" smtClean="0"/>
              <a:t>rate,Respiration,Blood</a:t>
            </a:r>
            <a:r>
              <a:rPr lang="en-US" dirty="0" smtClean="0"/>
              <a:t> </a:t>
            </a:r>
            <a:r>
              <a:rPr lang="en-US" dirty="0"/>
              <a:t>pressure</a:t>
            </a:r>
            <a:r>
              <a:rPr lang="en-US" dirty="0" smtClean="0"/>
              <a:t>)</a:t>
            </a:r>
          </a:p>
          <a:p>
            <a:endParaRPr lang="en-US" dirty="0"/>
          </a:p>
          <a:p>
            <a:pPr marL="25400" indent="0">
              <a:buNone/>
            </a:pPr>
            <a:r>
              <a:rPr lang="en-US" dirty="0" smtClean="0"/>
              <a:t>                  B.SPINAL </a:t>
            </a:r>
            <a:r>
              <a:rPr lang="en-US" dirty="0"/>
              <a:t>CORD</a:t>
            </a:r>
          </a:p>
          <a:p>
            <a:r>
              <a:rPr lang="en-US" dirty="0" smtClean="0"/>
              <a:t>Functions: Conduction Carries impulses To and From </a:t>
            </a:r>
            <a:r>
              <a:rPr lang="en-US" dirty="0"/>
              <a:t>brain</a:t>
            </a:r>
          </a:p>
          <a:p>
            <a:endParaRPr lang="en-US" dirty="0"/>
          </a:p>
          <a:p>
            <a:endParaRPr lang="en-US" dirty="0"/>
          </a:p>
          <a:p>
            <a:endParaRPr lang="en-US" dirty="0" smtClean="0"/>
          </a:p>
          <a:p>
            <a:endParaRPr lang="en-GB" dirty="0"/>
          </a:p>
        </p:txBody>
      </p:sp>
    </p:spTree>
    <p:extLst>
      <p:ext uri="{BB962C8B-B14F-4D97-AF65-F5344CB8AC3E}">
        <p14:creationId xmlns:p14="http://schemas.microsoft.com/office/powerpoint/2010/main" val="233815275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MENINGES </a:t>
            </a:r>
            <a:endParaRPr lang="en-GB" dirty="0"/>
          </a:p>
        </p:txBody>
      </p:sp>
      <p:sp>
        <p:nvSpPr>
          <p:cNvPr id="3" name="Text Placeholder 2"/>
          <p:cNvSpPr>
            <a:spLocks noGrp="1"/>
          </p:cNvSpPr>
          <p:nvPr>
            <p:ph type="body" idx="1"/>
          </p:nvPr>
        </p:nvSpPr>
        <p:spPr>
          <a:xfrm>
            <a:off x="314036" y="1219200"/>
            <a:ext cx="11268364" cy="4906962"/>
          </a:xfrm>
        </p:spPr>
        <p:txBody>
          <a:bodyPr/>
          <a:lstStyle/>
          <a:p>
            <a:r>
              <a:rPr lang="en-GB" dirty="0"/>
              <a:t>Protective membranes covering </a:t>
            </a:r>
            <a:r>
              <a:rPr lang="en-GB" dirty="0" err="1" smtClean="0"/>
              <a:t>CNS;Dura</a:t>
            </a:r>
            <a:r>
              <a:rPr lang="en-GB" dirty="0" smtClean="0"/>
              <a:t> ,arachnoid and pia mater</a:t>
            </a:r>
          </a:p>
          <a:p>
            <a:endParaRPr lang="en-GB" dirty="0"/>
          </a:p>
          <a:p>
            <a:pPr marL="25400" indent="0">
              <a:buNone/>
            </a:pPr>
            <a:r>
              <a:rPr lang="en-GB" dirty="0" smtClean="0"/>
              <a:t>            </a:t>
            </a:r>
            <a:r>
              <a:rPr lang="en-US" dirty="0" smtClean="0"/>
              <a:t>CEREBROSPINAL </a:t>
            </a:r>
            <a:r>
              <a:rPr lang="en-US" dirty="0"/>
              <a:t>FLUID (CSF)</a:t>
            </a:r>
          </a:p>
          <a:p>
            <a:r>
              <a:rPr lang="en-US" dirty="0"/>
              <a:t>Functions:</a:t>
            </a:r>
          </a:p>
          <a:p>
            <a:pPr marL="25400" indent="0">
              <a:buNone/>
            </a:pPr>
            <a:r>
              <a:rPr lang="en-US" dirty="0" smtClean="0"/>
              <a:t>1.Shock </a:t>
            </a:r>
            <a:r>
              <a:rPr lang="en-US" dirty="0"/>
              <a:t>absorption</a:t>
            </a:r>
          </a:p>
          <a:p>
            <a:pPr marL="25400" indent="0">
              <a:buNone/>
            </a:pPr>
            <a:r>
              <a:rPr lang="en-US" dirty="0" smtClean="0"/>
              <a:t>2.Nutrient </a:t>
            </a:r>
            <a:r>
              <a:rPr lang="en-US" dirty="0"/>
              <a:t>transport</a:t>
            </a:r>
          </a:p>
          <a:p>
            <a:pPr marL="25400" indent="0">
              <a:buNone/>
            </a:pPr>
            <a:r>
              <a:rPr lang="en-US" dirty="0" smtClean="0"/>
              <a:t>3.Waste </a:t>
            </a:r>
            <a:r>
              <a:rPr lang="en-US" dirty="0"/>
              <a:t>removal</a:t>
            </a:r>
          </a:p>
          <a:p>
            <a:endParaRPr lang="en-GB" dirty="0" smtClean="0"/>
          </a:p>
          <a:p>
            <a:endParaRPr lang="en-US" dirty="0"/>
          </a:p>
          <a:p>
            <a:endParaRPr lang="en-GB" dirty="0"/>
          </a:p>
          <a:p>
            <a:endParaRPr lang="en-GB" dirty="0"/>
          </a:p>
        </p:txBody>
      </p:sp>
    </p:spTree>
    <p:extLst>
      <p:ext uri="{BB962C8B-B14F-4D97-AF65-F5344CB8AC3E}">
        <p14:creationId xmlns:p14="http://schemas.microsoft.com/office/powerpoint/2010/main" val="1607193974"/>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316" y="517236"/>
            <a:ext cx="8839200" cy="441614"/>
          </a:xfrm>
        </p:spPr>
        <p:txBody>
          <a:bodyPr/>
          <a:lstStyle/>
          <a:p>
            <a:r>
              <a:rPr lang="en-GB" dirty="0">
                <a:solidFill>
                  <a:schemeClr val="accent5"/>
                </a:solidFill>
              </a:rPr>
              <a:t>PERIPHERAL NERVOUS SYSTEM (PNS)</a:t>
            </a:r>
            <a:br>
              <a:rPr lang="en-GB" dirty="0">
                <a:solidFill>
                  <a:schemeClr val="accent5"/>
                </a:solidFill>
              </a:rPr>
            </a:br>
            <a:endParaRPr lang="en-GB" dirty="0">
              <a:solidFill>
                <a:schemeClr val="accent5"/>
              </a:solidFill>
            </a:endParaRPr>
          </a:p>
        </p:txBody>
      </p:sp>
      <p:sp>
        <p:nvSpPr>
          <p:cNvPr id="3" name="Text Placeholder 2"/>
          <p:cNvSpPr>
            <a:spLocks noGrp="1"/>
          </p:cNvSpPr>
          <p:nvPr>
            <p:ph type="body" idx="1"/>
          </p:nvPr>
        </p:nvSpPr>
        <p:spPr>
          <a:xfrm>
            <a:off x="378691" y="1173018"/>
            <a:ext cx="11563927" cy="5449455"/>
          </a:xfrm>
        </p:spPr>
        <p:txBody>
          <a:bodyPr/>
          <a:lstStyle/>
          <a:p>
            <a:r>
              <a:rPr lang="en-US" dirty="0"/>
              <a:t>The P</a:t>
            </a:r>
            <a:r>
              <a:rPr lang="en-US" dirty="0" smtClean="0"/>
              <a:t>NS </a:t>
            </a:r>
            <a:r>
              <a:rPr lang="en-US" dirty="0"/>
              <a:t>includes all neural tissue outside CNS. Components</a:t>
            </a:r>
          </a:p>
          <a:p>
            <a:r>
              <a:rPr lang="en-US" dirty="0"/>
              <a:t>Cranial </a:t>
            </a:r>
            <a:r>
              <a:rPr lang="en-US" dirty="0" smtClean="0"/>
              <a:t>Nerves 12 pairs and Spinal Nerves 31 pairs</a:t>
            </a:r>
          </a:p>
          <a:p>
            <a:endParaRPr lang="en-US" dirty="0"/>
          </a:p>
          <a:p>
            <a:pPr marL="25400" indent="0">
              <a:buNone/>
            </a:pPr>
            <a:r>
              <a:rPr lang="en-US" dirty="0" smtClean="0"/>
              <a:t>             DIVISIONS </a:t>
            </a:r>
            <a:r>
              <a:rPr lang="en-US" dirty="0"/>
              <a:t>OF PNS</a:t>
            </a:r>
          </a:p>
          <a:p>
            <a:pPr marL="25400" indent="0">
              <a:buNone/>
            </a:pPr>
            <a:r>
              <a:rPr lang="en-US" dirty="0" smtClean="0"/>
              <a:t>1.Sensory </a:t>
            </a:r>
            <a:r>
              <a:rPr lang="en-US" dirty="0"/>
              <a:t>Division </a:t>
            </a:r>
            <a:r>
              <a:rPr lang="en-US" dirty="0" smtClean="0"/>
              <a:t>;Carries </a:t>
            </a:r>
            <a:r>
              <a:rPr lang="en-US" dirty="0"/>
              <a:t>impulses toward </a:t>
            </a:r>
            <a:r>
              <a:rPr lang="en-US" dirty="0" smtClean="0"/>
              <a:t>CNS</a:t>
            </a:r>
          </a:p>
          <a:p>
            <a:pPr marL="25400" indent="0">
              <a:buNone/>
            </a:pPr>
            <a:r>
              <a:rPr lang="en-US" dirty="0"/>
              <a:t>2. Motor </a:t>
            </a:r>
            <a:r>
              <a:rPr lang="en-US" dirty="0" smtClean="0"/>
              <a:t>Division; Carries </a:t>
            </a:r>
            <a:r>
              <a:rPr lang="en-US" dirty="0"/>
              <a:t>impulses away from </a:t>
            </a:r>
            <a:r>
              <a:rPr lang="en-US" dirty="0" smtClean="0"/>
              <a:t>CNS . further subdivided into </a:t>
            </a:r>
            <a:r>
              <a:rPr lang="en-US" dirty="0"/>
              <a:t>,1.Somatic(Skeletal muscles Voluntary movements) and ANS</a:t>
            </a:r>
            <a:r>
              <a:rPr lang="en-US" dirty="0" smtClean="0"/>
              <a:t>(:Cardiac muscle ,Smooth muscle and Glands Involuntary actions </a:t>
            </a:r>
            <a:r>
              <a:rPr lang="en-US" dirty="0"/>
              <a:t>,this are </a:t>
            </a:r>
            <a:r>
              <a:rPr lang="en-US" dirty="0">
                <a:solidFill>
                  <a:srgbClr val="FFC000"/>
                </a:solidFill>
              </a:rPr>
              <a:t>Sympathetic </a:t>
            </a:r>
            <a:r>
              <a:rPr lang="en-US" dirty="0" smtClean="0">
                <a:solidFill>
                  <a:srgbClr val="FFC000"/>
                </a:solidFill>
              </a:rPr>
              <a:t>Division </a:t>
            </a:r>
            <a:r>
              <a:rPr lang="en-US" dirty="0" smtClean="0"/>
              <a:t>“ Fight </a:t>
            </a:r>
            <a:r>
              <a:rPr lang="en-US" dirty="0"/>
              <a:t>or Flight“ and </a:t>
            </a:r>
            <a:r>
              <a:rPr lang="en-US" dirty="0">
                <a:solidFill>
                  <a:srgbClr val="00B050"/>
                </a:solidFill>
              </a:rPr>
              <a:t>Parasympathetic </a:t>
            </a:r>
            <a:r>
              <a:rPr lang="en-US" dirty="0" smtClean="0">
                <a:solidFill>
                  <a:srgbClr val="00B050"/>
                </a:solidFill>
              </a:rPr>
              <a:t>Division </a:t>
            </a:r>
            <a:r>
              <a:rPr lang="en-US" dirty="0" smtClean="0"/>
              <a:t>"Rest </a:t>
            </a:r>
            <a:r>
              <a:rPr lang="en-US" dirty="0"/>
              <a:t>and </a:t>
            </a:r>
            <a:r>
              <a:rPr lang="en-US" dirty="0" smtClean="0"/>
              <a:t>Digest“)</a:t>
            </a:r>
            <a:endParaRPr lang="en-US" dirty="0"/>
          </a:p>
          <a:p>
            <a:pPr marL="25400" indent="0">
              <a:buNone/>
            </a:pPr>
            <a:endParaRPr lang="en-US" dirty="0"/>
          </a:p>
          <a:p>
            <a:pPr marL="25400" indent="0">
              <a:buNone/>
            </a:pPr>
            <a:endParaRPr lang="en-US" dirty="0"/>
          </a:p>
          <a:p>
            <a:pPr marL="25400" indent="0">
              <a:buNone/>
            </a:pPr>
            <a:endParaRPr lang="en-US" dirty="0"/>
          </a:p>
          <a:p>
            <a:pPr marL="25400" indent="0">
              <a:buNone/>
            </a:pPr>
            <a:endParaRPr lang="en-US" dirty="0"/>
          </a:p>
          <a:p>
            <a:endParaRPr lang="en-GB" dirty="0"/>
          </a:p>
        </p:txBody>
      </p:sp>
    </p:spTree>
    <p:extLst>
      <p:ext uri="{BB962C8B-B14F-4D97-AF65-F5344CB8AC3E}">
        <p14:creationId xmlns:p14="http://schemas.microsoft.com/office/powerpoint/2010/main" val="295632641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341745" y="0"/>
            <a:ext cx="5678054" cy="6613236"/>
          </a:xfrm>
        </p:spPr>
        <p:txBody>
          <a:bodyPr/>
          <a:lstStyle/>
          <a:p>
            <a:endParaRPr lang="en-GB" dirty="0"/>
          </a:p>
        </p:txBody>
      </p:sp>
      <p:sp>
        <p:nvSpPr>
          <p:cNvPr id="4" name="Text Placeholder 3"/>
          <p:cNvSpPr>
            <a:spLocks noGrp="1"/>
          </p:cNvSpPr>
          <p:nvPr>
            <p:ph type="body" idx="2"/>
          </p:nvPr>
        </p:nvSpPr>
        <p:spPr>
          <a:xfrm>
            <a:off x="6173402" y="-92364"/>
            <a:ext cx="5666203" cy="6705599"/>
          </a:xfrm>
        </p:spPr>
        <p:txBody>
          <a:bodyPr/>
          <a:lstStyle/>
          <a:p>
            <a:endParaRPr lang="en-GB"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745" y="92364"/>
            <a:ext cx="5678054" cy="6520871"/>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9799" y="92364"/>
            <a:ext cx="5819806" cy="6520872"/>
          </a:xfrm>
          <a:prstGeom prst="rect">
            <a:avLst/>
          </a:prstGeom>
        </p:spPr>
      </p:pic>
    </p:spTree>
    <p:extLst>
      <p:ext uri="{BB962C8B-B14F-4D97-AF65-F5344CB8AC3E}">
        <p14:creationId xmlns:p14="http://schemas.microsoft.com/office/powerpoint/2010/main" val="262489293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7030A0"/>
                </a:solidFill>
              </a:rPr>
              <a:t>SENSE ORGANS</a:t>
            </a:r>
          </a:p>
        </p:txBody>
      </p:sp>
      <p:sp>
        <p:nvSpPr>
          <p:cNvPr id="3" name="Text Placeholder 2"/>
          <p:cNvSpPr>
            <a:spLocks noGrp="1"/>
          </p:cNvSpPr>
          <p:nvPr>
            <p:ph type="body" idx="1"/>
          </p:nvPr>
        </p:nvSpPr>
        <p:spPr>
          <a:xfrm>
            <a:off x="314036" y="1182255"/>
            <a:ext cx="11573164" cy="5412509"/>
          </a:xfrm>
        </p:spPr>
        <p:txBody>
          <a:bodyPr/>
          <a:lstStyle/>
          <a:p>
            <a:r>
              <a:rPr lang="en-US" dirty="0"/>
              <a:t>Sense organs contain receptors that detect </a:t>
            </a:r>
            <a:r>
              <a:rPr lang="en-US" dirty="0" err="1" smtClean="0"/>
              <a:t>stimuli.includes</a:t>
            </a:r>
            <a:r>
              <a:rPr lang="en-US" dirty="0" smtClean="0"/>
              <a:t> the following:</a:t>
            </a:r>
          </a:p>
          <a:p>
            <a:r>
              <a:rPr lang="en-US" dirty="0" smtClean="0"/>
              <a:t>1.eye;vision</a:t>
            </a:r>
          </a:p>
          <a:p>
            <a:r>
              <a:rPr lang="en-US" dirty="0" smtClean="0"/>
              <a:t>2.nose;smell</a:t>
            </a:r>
          </a:p>
          <a:p>
            <a:r>
              <a:rPr lang="en-US" dirty="0" smtClean="0"/>
              <a:t>3.skin ;touch</a:t>
            </a:r>
          </a:p>
          <a:p>
            <a:r>
              <a:rPr lang="en-US" dirty="0" smtClean="0"/>
              <a:t>4.ear;hearing and balance</a:t>
            </a:r>
          </a:p>
          <a:p>
            <a:r>
              <a:rPr lang="en-US" dirty="0" smtClean="0"/>
              <a:t>5.tongue ;taste</a:t>
            </a:r>
            <a:endParaRPr lang="en-GB" dirty="0"/>
          </a:p>
        </p:txBody>
      </p:sp>
    </p:spTree>
    <p:extLst>
      <p:ext uri="{BB962C8B-B14F-4D97-AF65-F5344CB8AC3E}">
        <p14:creationId xmlns:p14="http://schemas.microsoft.com/office/powerpoint/2010/main" val="77791909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QUIZ</a:t>
            </a:r>
            <a:endParaRPr lang="en-GB" dirty="0">
              <a:solidFill>
                <a:srgbClr val="FF0000"/>
              </a:solidFill>
            </a:endParaRPr>
          </a:p>
        </p:txBody>
      </p:sp>
      <p:sp>
        <p:nvSpPr>
          <p:cNvPr id="3" name="Text Placeholder 2"/>
          <p:cNvSpPr>
            <a:spLocks noGrp="1"/>
          </p:cNvSpPr>
          <p:nvPr>
            <p:ph type="body" idx="1"/>
          </p:nvPr>
        </p:nvSpPr>
        <p:spPr>
          <a:xfrm>
            <a:off x="323274" y="1062182"/>
            <a:ext cx="11517744" cy="5532582"/>
          </a:xfrm>
        </p:spPr>
        <p:txBody>
          <a:bodyPr/>
          <a:lstStyle/>
          <a:p>
            <a:pPr marL="25400" indent="0">
              <a:buNone/>
            </a:pPr>
            <a:r>
              <a:rPr lang="en-US" dirty="0"/>
              <a:t>1. The structural and functional unit of the nervous system is:</a:t>
            </a:r>
          </a:p>
          <a:p>
            <a:pPr marL="25400" indent="0">
              <a:buNone/>
            </a:pPr>
            <a:r>
              <a:rPr lang="en-US" dirty="0"/>
              <a:t>A. </a:t>
            </a:r>
            <a:r>
              <a:rPr lang="en-US" dirty="0" smtClean="0"/>
              <a:t>Neuroglia  B</a:t>
            </a:r>
            <a:r>
              <a:rPr lang="en-US" dirty="0"/>
              <a:t>. </a:t>
            </a:r>
            <a:r>
              <a:rPr lang="en-US" dirty="0" smtClean="0"/>
              <a:t>Neuron    </a:t>
            </a:r>
            <a:r>
              <a:rPr lang="en-US" dirty="0"/>
              <a:t>C. </a:t>
            </a:r>
            <a:r>
              <a:rPr lang="en-US" dirty="0" smtClean="0"/>
              <a:t>Axon   D</a:t>
            </a:r>
            <a:r>
              <a:rPr lang="en-US" dirty="0"/>
              <a:t>. Synapse</a:t>
            </a:r>
          </a:p>
          <a:p>
            <a:pPr marL="25400" indent="0">
              <a:buNone/>
            </a:pPr>
            <a:endParaRPr lang="en-US" dirty="0"/>
          </a:p>
          <a:p>
            <a:pPr marL="25400" indent="0">
              <a:buNone/>
            </a:pPr>
            <a:r>
              <a:rPr lang="en-US" dirty="0"/>
              <a:t>2. Nerves that carry impulses toward the CNS are:</a:t>
            </a:r>
          </a:p>
          <a:p>
            <a:pPr marL="25400" indent="0">
              <a:buNone/>
            </a:pPr>
            <a:r>
              <a:rPr lang="en-US" dirty="0"/>
              <a:t>A. Motor </a:t>
            </a:r>
            <a:r>
              <a:rPr lang="en-US" dirty="0" smtClean="0"/>
              <a:t>nerves  </a:t>
            </a:r>
            <a:r>
              <a:rPr lang="en-US" dirty="0"/>
              <a:t>B. Mixed </a:t>
            </a:r>
            <a:r>
              <a:rPr lang="en-US" dirty="0" smtClean="0"/>
              <a:t>nerves </a:t>
            </a:r>
            <a:r>
              <a:rPr lang="en-US" dirty="0"/>
              <a:t>C. Sensory nerves</a:t>
            </a:r>
          </a:p>
          <a:p>
            <a:pPr marL="25400" indent="0">
              <a:buNone/>
            </a:pPr>
            <a:r>
              <a:rPr lang="en-US" dirty="0" smtClean="0"/>
              <a:t>D</a:t>
            </a:r>
            <a:r>
              <a:rPr lang="en-US" dirty="0"/>
              <a:t>. Autonomic </a:t>
            </a:r>
            <a:r>
              <a:rPr lang="en-US" dirty="0" smtClean="0"/>
              <a:t>nerves</a:t>
            </a:r>
          </a:p>
          <a:p>
            <a:pPr marL="25400" indent="0">
              <a:buNone/>
            </a:pPr>
            <a:r>
              <a:rPr lang="en-US" dirty="0"/>
              <a:t>3. 5. How many pairs of cranial nerves are present?</a:t>
            </a:r>
          </a:p>
          <a:p>
            <a:pPr marL="25400" indent="0">
              <a:buNone/>
            </a:pPr>
            <a:r>
              <a:rPr lang="en-US" dirty="0" smtClean="0"/>
              <a:t>    A</a:t>
            </a:r>
            <a:r>
              <a:rPr lang="en-US" dirty="0"/>
              <a:t>. </a:t>
            </a:r>
            <a:r>
              <a:rPr lang="en-US" dirty="0" smtClean="0"/>
              <a:t>10    B</a:t>
            </a:r>
            <a:r>
              <a:rPr lang="en-US" dirty="0"/>
              <a:t>. </a:t>
            </a:r>
            <a:r>
              <a:rPr lang="en-US" dirty="0" smtClean="0"/>
              <a:t>11     </a:t>
            </a:r>
            <a:r>
              <a:rPr lang="en-US" dirty="0"/>
              <a:t>C. </a:t>
            </a:r>
            <a:r>
              <a:rPr lang="en-US" dirty="0" smtClean="0"/>
              <a:t>12      D</a:t>
            </a:r>
            <a:r>
              <a:rPr lang="en-US" dirty="0"/>
              <a:t>. 31</a:t>
            </a:r>
            <a:endParaRPr lang="en-US" dirty="0" smtClean="0"/>
          </a:p>
          <a:p>
            <a:endParaRPr lang="en-US" dirty="0" smtClean="0"/>
          </a:p>
          <a:p>
            <a:endParaRPr lang="en-US" dirty="0"/>
          </a:p>
          <a:p>
            <a:endParaRPr lang="en-GB" dirty="0"/>
          </a:p>
        </p:txBody>
      </p:sp>
    </p:spTree>
    <p:extLst>
      <p:ext uri="{BB962C8B-B14F-4D97-AF65-F5344CB8AC3E}">
        <p14:creationId xmlns:p14="http://schemas.microsoft.com/office/powerpoint/2010/main" val="392459133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CONTINUATION…</a:t>
            </a:r>
            <a:endParaRPr lang="en-GB" dirty="0"/>
          </a:p>
        </p:txBody>
      </p:sp>
      <p:sp>
        <p:nvSpPr>
          <p:cNvPr id="3" name="Text Placeholder 2"/>
          <p:cNvSpPr>
            <a:spLocks noGrp="1"/>
          </p:cNvSpPr>
          <p:nvPr>
            <p:ph type="body" idx="1"/>
          </p:nvPr>
        </p:nvSpPr>
        <p:spPr>
          <a:xfrm>
            <a:off x="323273" y="1025237"/>
            <a:ext cx="11610109" cy="5624946"/>
          </a:xfrm>
        </p:spPr>
        <p:txBody>
          <a:bodyPr/>
          <a:lstStyle/>
          <a:p>
            <a:pPr marL="25400" indent="0">
              <a:buNone/>
            </a:pPr>
            <a:r>
              <a:rPr lang="en-US" dirty="0" smtClean="0"/>
              <a:t>4. </a:t>
            </a:r>
            <a:r>
              <a:rPr lang="en-US" dirty="0"/>
              <a:t>Nerves that carry impulses away from the CNS are:</a:t>
            </a:r>
          </a:p>
          <a:p>
            <a:pPr marL="25400" indent="0">
              <a:buNone/>
            </a:pPr>
            <a:r>
              <a:rPr lang="en-US" dirty="0" smtClean="0"/>
              <a:t>   A</a:t>
            </a:r>
            <a:r>
              <a:rPr lang="en-US" dirty="0"/>
              <a:t>. Sensory </a:t>
            </a:r>
            <a:r>
              <a:rPr lang="en-US" dirty="0" smtClean="0"/>
              <a:t>nerves  </a:t>
            </a:r>
            <a:r>
              <a:rPr lang="en-US" dirty="0"/>
              <a:t>B. Motor </a:t>
            </a:r>
            <a:r>
              <a:rPr lang="en-US" dirty="0" smtClean="0"/>
              <a:t>nerves  </a:t>
            </a:r>
            <a:r>
              <a:rPr lang="en-US" dirty="0"/>
              <a:t>C. Cranial nerves</a:t>
            </a:r>
          </a:p>
          <a:p>
            <a:pPr marL="25400" indent="0">
              <a:buNone/>
            </a:pPr>
            <a:r>
              <a:rPr lang="en-US" dirty="0"/>
              <a:t> D. Receptors</a:t>
            </a:r>
          </a:p>
          <a:p>
            <a:pPr marL="25400" indent="0">
              <a:buNone/>
            </a:pPr>
            <a:r>
              <a:rPr lang="en-US" dirty="0"/>
              <a:t>5</a:t>
            </a:r>
            <a:r>
              <a:rPr lang="en-US" dirty="0" smtClean="0"/>
              <a:t>. </a:t>
            </a:r>
            <a:r>
              <a:rPr lang="en-US" dirty="0"/>
              <a:t>A mixed nerve contains:</a:t>
            </a:r>
          </a:p>
          <a:p>
            <a:pPr marL="25400" indent="0">
              <a:buNone/>
            </a:pPr>
            <a:r>
              <a:rPr lang="en-US" dirty="0" smtClean="0"/>
              <a:t>   A</a:t>
            </a:r>
            <a:r>
              <a:rPr lang="en-US" dirty="0"/>
              <a:t>. Only sensory </a:t>
            </a:r>
            <a:r>
              <a:rPr lang="en-US" dirty="0" smtClean="0"/>
              <a:t>fibers </a:t>
            </a:r>
            <a:r>
              <a:rPr lang="en-US" dirty="0"/>
              <a:t>B. Only motor </a:t>
            </a:r>
            <a:r>
              <a:rPr lang="en-US" dirty="0" smtClean="0"/>
              <a:t>fibers </a:t>
            </a:r>
            <a:r>
              <a:rPr lang="en-US" dirty="0"/>
              <a:t>C. Sensory and motor </a:t>
            </a:r>
            <a:r>
              <a:rPr lang="en-US" dirty="0" smtClean="0"/>
              <a:t>fibers  </a:t>
            </a:r>
            <a:r>
              <a:rPr lang="en-US" dirty="0"/>
              <a:t>D. Neuroglia </a:t>
            </a:r>
            <a:r>
              <a:rPr lang="en-US" dirty="0" smtClean="0"/>
              <a:t>only</a:t>
            </a:r>
          </a:p>
          <a:p>
            <a:pPr marL="25400" indent="0">
              <a:buNone/>
            </a:pPr>
            <a:endParaRPr lang="en-US" dirty="0" smtClean="0"/>
          </a:p>
          <a:p>
            <a:pPr marL="25400" indent="0">
              <a:buNone/>
            </a:pPr>
            <a:r>
              <a:rPr lang="en-US" dirty="0"/>
              <a:t>6</a:t>
            </a:r>
            <a:r>
              <a:rPr lang="en-US" dirty="0" smtClean="0"/>
              <a:t>. </a:t>
            </a:r>
            <a:r>
              <a:rPr lang="en-US" dirty="0"/>
              <a:t>Dendrites function to:</a:t>
            </a:r>
          </a:p>
          <a:p>
            <a:pPr marL="25400" indent="0">
              <a:buNone/>
            </a:pPr>
            <a:r>
              <a:rPr lang="en-US" dirty="0"/>
              <a:t>A. Conduct impulses away from the cell </a:t>
            </a:r>
            <a:r>
              <a:rPr lang="en-US" dirty="0" smtClean="0"/>
              <a:t>body B</a:t>
            </a:r>
            <a:r>
              <a:rPr lang="en-US" dirty="0"/>
              <a:t>. Receive stimuli</a:t>
            </a:r>
          </a:p>
          <a:p>
            <a:pPr marL="25400" indent="0">
              <a:buNone/>
            </a:pPr>
            <a:r>
              <a:rPr lang="en-US" dirty="0"/>
              <a:t> C. Produce </a:t>
            </a:r>
            <a:r>
              <a:rPr lang="en-US" dirty="0" smtClean="0"/>
              <a:t>CSF </a:t>
            </a:r>
            <a:r>
              <a:rPr lang="en-US" dirty="0"/>
              <a:t>D. Form myelin</a:t>
            </a:r>
          </a:p>
          <a:p>
            <a:pPr marL="25400" indent="0">
              <a:buNone/>
            </a:pPr>
            <a:endParaRPr lang="en-US" dirty="0"/>
          </a:p>
          <a:p>
            <a:pPr marL="25400" indent="0">
              <a:buNone/>
            </a:pPr>
            <a:endParaRPr lang="en-US" dirty="0"/>
          </a:p>
          <a:p>
            <a:endParaRPr lang="en-GB" dirty="0"/>
          </a:p>
        </p:txBody>
      </p:sp>
    </p:spTree>
    <p:extLst>
      <p:ext uri="{BB962C8B-B14F-4D97-AF65-F5344CB8AC3E}">
        <p14:creationId xmlns:p14="http://schemas.microsoft.com/office/powerpoint/2010/main" val="3544266990"/>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Text Placeholder 2"/>
          <p:cNvSpPr>
            <a:spLocks noGrp="1"/>
          </p:cNvSpPr>
          <p:nvPr>
            <p:ph type="body" idx="1"/>
          </p:nvPr>
        </p:nvSpPr>
        <p:spPr>
          <a:xfrm>
            <a:off x="295563" y="120649"/>
            <a:ext cx="11573163" cy="6511059"/>
          </a:xfrm>
        </p:spPr>
        <p:txBody>
          <a:bodyPr/>
          <a:lstStyle/>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563" y="120648"/>
            <a:ext cx="11573163" cy="6649607"/>
          </a:xfrm>
          <a:prstGeom prst="rect">
            <a:avLst/>
          </a:prstGeom>
        </p:spPr>
      </p:pic>
    </p:spTree>
    <p:extLst>
      <p:ext uri="{BB962C8B-B14F-4D97-AF65-F5344CB8AC3E}">
        <p14:creationId xmlns:p14="http://schemas.microsoft.com/office/powerpoint/2010/main" val="2006295199"/>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
          <p:cNvSpPr txBox="1">
            <a:spLocks noGrp="1"/>
          </p:cNvSpPr>
          <p:nvPr>
            <p:ph type="title"/>
          </p:nvPr>
        </p:nvSpPr>
        <p:spPr>
          <a:xfrm>
            <a:off x="2054860" y="120650"/>
            <a:ext cx="6330950" cy="838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SzPts val="1400"/>
              <a:buNone/>
            </a:pPr>
            <a:r>
              <a:rPr lang="en-US"/>
              <a:t>THANK YOU!!!</a:t>
            </a:r>
            <a:endParaRPr/>
          </a:p>
        </p:txBody>
      </p:sp>
      <p:sp>
        <p:nvSpPr>
          <p:cNvPr id="318" name="Google Shape;318;p4"/>
          <p:cNvSpPr txBox="1">
            <a:spLocks noGrp="1"/>
          </p:cNvSpPr>
          <p:nvPr>
            <p:ph type="body" idx="1"/>
          </p:nvPr>
        </p:nvSpPr>
        <p:spPr>
          <a:xfrm>
            <a:off x="609600" y="1600200"/>
            <a:ext cx="10972800" cy="4525962"/>
          </a:xfrm>
          <a:prstGeom prst="rect">
            <a:avLst/>
          </a:prstGeom>
          <a:noFill/>
          <a:ln>
            <a:noFill/>
          </a:ln>
        </p:spPr>
        <p:txBody>
          <a:bodyPr spcFirstLastPara="1" wrap="square" lIns="91425" tIns="91425" rIns="91425" bIns="91425" anchor="t" anchorCtr="0">
            <a:noAutofit/>
          </a:bodyPr>
          <a:lstStyle/>
          <a:p>
            <a:pPr marL="25400" lvl="0" indent="0" algn="ctr" rtl="0">
              <a:lnSpc>
                <a:spcPct val="100000"/>
              </a:lnSpc>
              <a:spcBef>
                <a:spcPts val="640"/>
              </a:spcBef>
              <a:spcAft>
                <a:spcPts val="0"/>
              </a:spcAft>
              <a:buSzPts val="3200"/>
              <a:buNone/>
            </a:pPr>
            <a:endParaRPr sz="5400" b="1">
              <a:solidFill>
                <a:srgbClr val="FF0000"/>
              </a:solidFill>
              <a:latin typeface="Georgia"/>
              <a:ea typeface="Georgia"/>
              <a:cs typeface="Georgia"/>
              <a:sym typeface="Georgia"/>
            </a:endParaRPr>
          </a:p>
          <a:p>
            <a:pPr marL="25400" lvl="0" indent="0" algn="ctr" rtl="0">
              <a:lnSpc>
                <a:spcPct val="100000"/>
              </a:lnSpc>
              <a:spcBef>
                <a:spcPts val="640"/>
              </a:spcBef>
              <a:spcAft>
                <a:spcPts val="0"/>
              </a:spcAft>
              <a:buSzPts val="3200"/>
              <a:buNone/>
            </a:pPr>
            <a:r>
              <a:rPr lang="en-US" sz="5400" b="1">
                <a:solidFill>
                  <a:srgbClr val="FF0000"/>
                </a:solidFill>
                <a:latin typeface="Georgia"/>
                <a:ea typeface="Georgia"/>
                <a:cs typeface="Georgia"/>
                <a:sym typeface="Georgia"/>
              </a:rPr>
              <a:t>Thank you for listening and interacting</a:t>
            </a:r>
            <a:endParaRPr sz="5400" b="1">
              <a:solidFill>
                <a:srgbClr val="FF0000"/>
              </a:solidFill>
              <a:latin typeface="Georgia"/>
              <a:ea typeface="Georgia"/>
              <a:cs typeface="Georgia"/>
              <a:sym typeface="Georgia"/>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7_Ventricle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Ventricle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Ventricle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5_Ventricle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6_Ventricle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8_Ventricle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9_Ventricle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0_Ventricle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11_Ventricle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8.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9.xml><?xml version="1.0" encoding="utf-8"?>
<a:theme xmlns:a="http://schemas.openxmlformats.org/drawingml/2006/main" name="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0.xml><?xml version="1.0" encoding="utf-8"?>
<a:theme xmlns:a="http://schemas.openxmlformats.org/drawingml/2006/main" name="1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989</TotalTime>
  <Words>6129</Words>
  <Application>Microsoft Office PowerPoint</Application>
  <PresentationFormat>Widescreen</PresentationFormat>
  <Paragraphs>255</Paragraphs>
  <Slides>89</Slides>
  <Notes>2</Notes>
  <HiddenSlides>0</HiddenSlides>
  <MMClips>0</MMClips>
  <ScaleCrop>false</ScaleCrop>
  <HeadingPairs>
    <vt:vector size="6" baseType="variant">
      <vt:variant>
        <vt:lpstr>Fonts Used</vt:lpstr>
      </vt:variant>
      <vt:variant>
        <vt:i4>3</vt:i4>
      </vt:variant>
      <vt:variant>
        <vt:lpstr>Theme</vt:lpstr>
      </vt:variant>
      <vt:variant>
        <vt:i4>21</vt:i4>
      </vt:variant>
      <vt:variant>
        <vt:lpstr>Slide Titles</vt:lpstr>
      </vt:variant>
      <vt:variant>
        <vt:i4>89</vt:i4>
      </vt:variant>
    </vt:vector>
  </HeadingPairs>
  <TitlesOfParts>
    <vt:vector size="113" baseType="lpstr">
      <vt:lpstr>Arial</vt:lpstr>
      <vt:lpstr>Calibri</vt:lpstr>
      <vt:lpstr>Georgia</vt:lpstr>
      <vt:lpstr>7_Ventricles</vt:lpstr>
      <vt:lpstr>Ventricles</vt:lpstr>
      <vt:lpstr>Office Theme</vt:lpstr>
      <vt:lpstr>3_Ventricles</vt:lpstr>
      <vt:lpstr>5_Ventricles</vt:lpstr>
      <vt:lpstr>6_Ventricles</vt:lpstr>
      <vt:lpstr>8_Ventricles</vt:lpstr>
      <vt:lpstr>9_Ventricles</vt:lpstr>
      <vt:lpstr>10_Ventricles</vt:lpstr>
      <vt:lpstr>11_Ventricles</vt:lpstr>
      <vt:lpstr>1_Office Theme</vt:lpstr>
      <vt:lpstr>2_Office Theme</vt:lpstr>
      <vt:lpstr>3_Office Theme</vt:lpstr>
      <vt:lpstr>4_Office Theme</vt:lpstr>
      <vt:lpstr>5_Office Theme</vt:lpstr>
      <vt:lpstr>6_Office Theme</vt:lpstr>
      <vt:lpstr>7_Office Theme</vt:lpstr>
      <vt:lpstr>8_Office Theme</vt:lpstr>
      <vt:lpstr>9_Office Theme</vt:lpstr>
      <vt:lpstr>10_Office Theme</vt:lpstr>
      <vt:lpstr>11_Office Theme</vt:lpstr>
      <vt:lpstr>INTRODUCTION TO ANATOMY AND PHYSIOLOGY ( HPFP-II) SEPTEMBER 2025</vt:lpstr>
      <vt:lpstr>OBJECTIVES </vt:lpstr>
      <vt:lpstr>INTRODUCTION</vt:lpstr>
      <vt:lpstr>Continuation……</vt:lpstr>
      <vt:lpstr>PowerPoint Presentation</vt:lpstr>
      <vt:lpstr>Continuation………</vt:lpstr>
      <vt:lpstr>Continuation……</vt:lpstr>
      <vt:lpstr>Continuation……</vt:lpstr>
      <vt:lpstr>Continuation…..</vt:lpstr>
      <vt:lpstr>Continuation….</vt:lpstr>
      <vt:lpstr>continuation</vt:lpstr>
      <vt:lpstr>Continuation….</vt:lpstr>
      <vt:lpstr>Continuation……</vt:lpstr>
      <vt:lpstr>TYPE OF NERVOUS CELLS</vt:lpstr>
      <vt:lpstr>Continuation….</vt:lpstr>
      <vt:lpstr>continuation</vt:lpstr>
      <vt:lpstr>PowerPoint Presentation</vt:lpstr>
      <vt:lpstr>PowerPoint Presentation</vt:lpstr>
      <vt:lpstr>continuation</vt:lpstr>
      <vt:lpstr>Continuation……</vt:lpstr>
      <vt:lpstr>Continuation….</vt:lpstr>
      <vt:lpstr>Continuation…..</vt:lpstr>
      <vt:lpstr>Continuation…..</vt:lpstr>
      <vt:lpstr>Two types of Transport system</vt:lpstr>
      <vt:lpstr>Continuation……</vt:lpstr>
      <vt:lpstr>Classification of Neurons</vt:lpstr>
      <vt:lpstr>Continuation….</vt:lpstr>
      <vt:lpstr>PowerPoint Presentation</vt:lpstr>
      <vt:lpstr>PowerPoint Presentation</vt:lpstr>
      <vt:lpstr>Continuation…</vt:lpstr>
      <vt:lpstr>Functional classification</vt:lpstr>
      <vt:lpstr>Continuation…..</vt:lpstr>
      <vt:lpstr>Continuation…</vt:lpstr>
      <vt:lpstr>CNS GLIA CELLS</vt:lpstr>
      <vt:lpstr>Continuation…</vt:lpstr>
      <vt:lpstr>Continuation….</vt:lpstr>
      <vt:lpstr>Continuation….</vt:lpstr>
      <vt:lpstr>Continuation….</vt:lpstr>
      <vt:lpstr>PowerPoint Presentation</vt:lpstr>
      <vt:lpstr>Neuroglia of the PNS</vt:lpstr>
      <vt:lpstr>PowerPoint Presentation</vt:lpstr>
      <vt:lpstr> Myelination</vt:lpstr>
      <vt:lpstr>Continuation…..</vt:lpstr>
      <vt:lpstr>Contuation….</vt:lpstr>
      <vt:lpstr>PowerPoint Presentation</vt:lpstr>
      <vt:lpstr>Terminologies </vt:lpstr>
      <vt:lpstr>Continuation….</vt:lpstr>
      <vt:lpstr>PowerPoint Presentation</vt:lpstr>
      <vt:lpstr>RESTING MEMBRANE POTENTIAL</vt:lpstr>
      <vt:lpstr>Continuation…..</vt:lpstr>
      <vt:lpstr>PowerPoint Presentation</vt:lpstr>
      <vt:lpstr>GRADED POTENTIAL</vt:lpstr>
      <vt:lpstr>Continuation…..</vt:lpstr>
      <vt:lpstr>Continuation…..</vt:lpstr>
      <vt:lpstr>Continuation…..</vt:lpstr>
      <vt:lpstr>Excitatory and Inhibitory Postsynaptic Potentials</vt:lpstr>
      <vt:lpstr>PowerPoint Presentation</vt:lpstr>
      <vt:lpstr>Continuation…..</vt:lpstr>
      <vt:lpstr>Continuation…..</vt:lpstr>
      <vt:lpstr>Continuation……</vt:lpstr>
      <vt:lpstr>Continution…..</vt:lpstr>
      <vt:lpstr>PowerPoint Presentation</vt:lpstr>
      <vt:lpstr>PowerPoint Presentation</vt:lpstr>
      <vt:lpstr>ACTION POTENTIAL </vt:lpstr>
      <vt:lpstr>Continuation…</vt:lpstr>
      <vt:lpstr>PowerPoint Presentation</vt:lpstr>
      <vt:lpstr>PowerPoint Presentation</vt:lpstr>
      <vt:lpstr>PowerPoint Presentation</vt:lpstr>
      <vt:lpstr>PowerPoint Presentation</vt:lpstr>
      <vt:lpstr>Factors That Affect the Speed of Propagation </vt:lpstr>
      <vt:lpstr>Removal of Neurotransmitter </vt:lpstr>
      <vt:lpstr>IMPULSE TRANSMISSION ACROSS SYNAPSES</vt:lpstr>
      <vt:lpstr>PowerPoint Presentation</vt:lpstr>
      <vt:lpstr>Steps in Synaptic Transmission</vt:lpstr>
      <vt:lpstr>Continuation…</vt:lpstr>
      <vt:lpstr>Continuation…..</vt:lpstr>
      <vt:lpstr>Continuation….</vt:lpstr>
      <vt:lpstr>Common Neurotransmitters</vt:lpstr>
      <vt:lpstr>CENTRAL NERVOUS SYSTEM (CNS)</vt:lpstr>
      <vt:lpstr>PowerPoint Presentation</vt:lpstr>
      <vt:lpstr>Continuation….</vt:lpstr>
      <vt:lpstr>MENINGES </vt:lpstr>
      <vt:lpstr>PERIPHERAL NERVOUS SYSTEM (PNS) </vt:lpstr>
      <vt:lpstr>PowerPoint Presentation</vt:lpstr>
      <vt:lpstr>SENSE ORGANS</vt:lpstr>
      <vt:lpstr>QUIZ</vt:lpstr>
      <vt:lpstr>CONTINUATION…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TERMINOLOGY ( HPFP-1) March 2026</dc:title>
  <dc:creator>ELIAS</dc:creator>
  <cp:lastModifiedBy>ELIAS</cp:lastModifiedBy>
  <cp:revision>54</cp:revision>
  <dcterms:created xsi:type="dcterms:W3CDTF">2020-05-13T08:03:00Z</dcterms:created>
  <dcterms:modified xsi:type="dcterms:W3CDTF">2026-06-17T09:59:56Z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1033-12.2.0.22530</vt:lpwstr>
  </property>
  <property fmtid="{D5CDD505-2E9C-101B-9397-08002B2CF9AE}" pid="3" name="ICV">
    <vt:lpwstr>7137552E03AD4A658E65A8235DA02EFF_13</vt:lpwstr>
  </property>
</Properties>
</file>